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58" r:id="rId1"/>
  </p:sldMasterIdLst>
  <p:notesMasterIdLst>
    <p:notesMasterId r:id="rId11"/>
  </p:notesMasterIdLst>
  <p:sldIdLst>
    <p:sldId id="297" r:id="rId2"/>
    <p:sldId id="257" r:id="rId3"/>
    <p:sldId id="259" r:id="rId4"/>
    <p:sldId id="268" r:id="rId5"/>
    <p:sldId id="266" r:id="rId6"/>
    <p:sldId id="301" r:id="rId7"/>
    <p:sldId id="302" r:id="rId8"/>
    <p:sldId id="303" r:id="rId9"/>
    <p:sldId id="300" r:id="rId10"/>
  </p:sldIdLst>
  <p:sldSz cx="14630400" cy="8229600"/>
  <p:notesSz cx="8229600" cy="14630400"/>
  <p:embeddedFontLst>
    <p:embeddedFont>
      <p:font typeface="Alexandria" panose="020B0604020202020204" charset="0"/>
      <p:regular r:id="rId12"/>
    </p:embeddedFont>
    <p:embeddedFont>
      <p:font typeface="Tw Cen MT" panose="020B0602020104020603" pitchFamily="34" charset="0"/>
      <p:regular r:id="rId13"/>
      <p:bold r:id="rId14"/>
      <p:italic r:id="rId15"/>
      <p:bold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516" y="78"/>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0" y="1096963"/>
            <a:ext cx="9753600" cy="5486400"/>
          </a:xfrm>
          <a:prstGeom prst="rect">
            <a:avLst/>
          </a:prstGeom>
        </p:spPr>
      </p:sp>
      <p:sp>
        <p:nvSpPr>
          <p:cNvPr id="3" name="Notes Placeholder 2"/>
          <p:cNvSpPr>
            <a:spLocks noGrp="1"/>
          </p:cNvSpPr>
          <p:nvPr>
            <p:ph type="body" idx="1"/>
          </p:nvPr>
        </p:nvSpPr>
        <p:spPr>
          <a:xfrm>
            <a:off x="822325" y="6950075"/>
            <a:ext cx="6584950" cy="6583363"/>
          </a:xfrm>
          <a:prstGeom prst="rect">
            <a:avLst/>
          </a:prstGeom>
        </p:spPr>
        <p:txBody>
          <a:bodyPr/>
          <a:lstStyle/>
          <a:p>
            <a:endParaRPr lang="en-US" dirty="0"/>
          </a:p>
        </p:txBody>
      </p:sp>
      <p:sp>
        <p:nvSpPr>
          <p:cNvPr id="4" name="Slide Number Placeholder 3"/>
          <p:cNvSpPr>
            <a:spLocks noGrp="1"/>
          </p:cNvSpPr>
          <p:nvPr>
            <p:ph type="sldNum" sz="quarter" idx="10"/>
          </p:nvPr>
        </p:nvSpPr>
        <p:spPr>
          <a:xfrm>
            <a:off x="4660900" y="13896975"/>
            <a:ext cx="3567113" cy="730250"/>
          </a:xfrm>
          <a:prstGeom prst="rect">
            <a:avLst/>
          </a:prstGeom>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2556513"/>
            <a:ext cx="12435840" cy="1764030"/>
          </a:xfrm>
        </p:spPr>
        <p:txBody>
          <a:bodyPr/>
          <a:lstStyle/>
          <a:p>
            <a:r>
              <a:rPr lang="en-US"/>
              <a:t>Click to edit Master title style</a:t>
            </a:r>
          </a:p>
        </p:txBody>
      </p:sp>
      <p:sp>
        <p:nvSpPr>
          <p:cNvPr id="3" name="Subtitle 2"/>
          <p:cNvSpPr>
            <a:spLocks noGrp="1"/>
          </p:cNvSpPr>
          <p:nvPr>
            <p:ph type="subTitle" idx="1"/>
          </p:nvPr>
        </p:nvSpPr>
        <p:spPr>
          <a:xfrm>
            <a:off x="2194560" y="4663440"/>
            <a:ext cx="10241280" cy="2103120"/>
          </a:xfrm>
        </p:spPr>
        <p:txBody>
          <a:bodyPr/>
          <a:lstStyle>
            <a:lvl1pPr marL="0" indent="0" algn="ctr">
              <a:buNone/>
              <a:defRPr>
                <a:solidFill>
                  <a:schemeClr val="tx1">
                    <a:tint val="75000"/>
                  </a:schemeClr>
                </a:solidFill>
              </a:defRPr>
            </a:lvl1pPr>
            <a:lvl2pPr marL="653044" indent="0" algn="ctr">
              <a:buNone/>
              <a:defRPr>
                <a:solidFill>
                  <a:schemeClr val="tx1">
                    <a:tint val="75000"/>
                  </a:schemeClr>
                </a:solidFill>
              </a:defRPr>
            </a:lvl2pPr>
            <a:lvl3pPr marL="1306090" indent="0" algn="ctr">
              <a:buNone/>
              <a:defRPr>
                <a:solidFill>
                  <a:schemeClr val="tx1">
                    <a:tint val="75000"/>
                  </a:schemeClr>
                </a:solidFill>
              </a:defRPr>
            </a:lvl3pPr>
            <a:lvl4pPr marL="1959135" indent="0" algn="ctr">
              <a:buNone/>
              <a:defRPr>
                <a:solidFill>
                  <a:schemeClr val="tx1">
                    <a:tint val="75000"/>
                  </a:schemeClr>
                </a:solidFill>
              </a:defRPr>
            </a:lvl4pPr>
            <a:lvl5pPr marL="2612181" indent="0" algn="ctr">
              <a:buNone/>
              <a:defRPr>
                <a:solidFill>
                  <a:schemeClr val="tx1">
                    <a:tint val="75000"/>
                  </a:schemeClr>
                </a:solidFill>
              </a:defRPr>
            </a:lvl5pPr>
            <a:lvl6pPr marL="3265225" indent="0" algn="ctr">
              <a:buNone/>
              <a:defRPr>
                <a:solidFill>
                  <a:schemeClr val="tx1">
                    <a:tint val="75000"/>
                  </a:schemeClr>
                </a:solidFill>
              </a:defRPr>
            </a:lvl6pPr>
            <a:lvl7pPr marL="3918270" indent="0" algn="ctr">
              <a:buNone/>
              <a:defRPr>
                <a:solidFill>
                  <a:schemeClr val="tx1">
                    <a:tint val="75000"/>
                  </a:schemeClr>
                </a:solidFill>
              </a:defRPr>
            </a:lvl7pPr>
            <a:lvl8pPr marL="4571314" indent="0" algn="ctr">
              <a:buNone/>
              <a:defRPr>
                <a:solidFill>
                  <a:schemeClr val="tx1">
                    <a:tint val="75000"/>
                  </a:schemeClr>
                </a:solidFill>
              </a:defRPr>
            </a:lvl8pPr>
            <a:lvl9pPr marL="522435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DBMS             B.HEME NAGAMANI, ASST.PROFESSOR, IT&amp;DS DEPT.</a:t>
            </a:r>
          </a:p>
        </p:txBody>
      </p:sp>
      <p:sp>
        <p:nvSpPr>
          <p:cNvPr id="6" name="Slide Number Placeholder 5"/>
          <p:cNvSpPr>
            <a:spLocks noGrp="1"/>
          </p:cNvSpPr>
          <p:nvPr>
            <p:ph type="sldNum" sz="quarter" idx="12"/>
          </p:nvPr>
        </p:nvSpPr>
        <p:spPr/>
        <p:txBody>
          <a:bodyPr/>
          <a:lstStyle/>
          <a:p>
            <a:fld id="{D94395E6-B557-457B-A658-B1954780A9A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DBMS             B.HEME NAGAMANI, ASST.PROFESSOR, IT&amp;DS DEPT.</a:t>
            </a:r>
          </a:p>
        </p:txBody>
      </p:sp>
      <p:sp>
        <p:nvSpPr>
          <p:cNvPr id="6" name="Slide Number Placeholder 5"/>
          <p:cNvSpPr>
            <a:spLocks noGrp="1"/>
          </p:cNvSpPr>
          <p:nvPr>
            <p:ph type="sldNum" sz="quarter" idx="12"/>
          </p:nvPr>
        </p:nvSpPr>
        <p:spPr/>
        <p:txBody>
          <a:bodyPr/>
          <a:lstStyle/>
          <a:p>
            <a:fld id="{D94395E6-B557-457B-A658-B1954780A9A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5701" y="5288283"/>
            <a:ext cx="12435840" cy="1634490"/>
          </a:xfrm>
        </p:spPr>
        <p:txBody>
          <a:bodyPr anchor="t"/>
          <a:lstStyle>
            <a:lvl1pPr algn="l">
              <a:defRPr sz="5700" b="1" cap="all"/>
            </a:lvl1pPr>
          </a:lstStyle>
          <a:p>
            <a:r>
              <a:rPr lang="en-US"/>
              <a:t>Click to edit Master title style</a:t>
            </a:r>
          </a:p>
        </p:txBody>
      </p:sp>
      <p:sp>
        <p:nvSpPr>
          <p:cNvPr id="3" name="Text Placeholder 2"/>
          <p:cNvSpPr>
            <a:spLocks noGrp="1"/>
          </p:cNvSpPr>
          <p:nvPr>
            <p:ph type="body" idx="1"/>
          </p:nvPr>
        </p:nvSpPr>
        <p:spPr>
          <a:xfrm>
            <a:off x="1155701" y="3488056"/>
            <a:ext cx="12435840" cy="1800224"/>
          </a:xfrm>
        </p:spPr>
        <p:txBody>
          <a:bodyPr anchor="b"/>
          <a:lstStyle>
            <a:lvl1pPr marL="0" indent="0">
              <a:buNone/>
              <a:defRPr sz="2900">
                <a:solidFill>
                  <a:schemeClr val="tx1">
                    <a:tint val="75000"/>
                  </a:schemeClr>
                </a:solidFill>
              </a:defRPr>
            </a:lvl1pPr>
            <a:lvl2pPr marL="653044" indent="0">
              <a:buNone/>
              <a:defRPr sz="2600">
                <a:solidFill>
                  <a:schemeClr val="tx1">
                    <a:tint val="75000"/>
                  </a:schemeClr>
                </a:solidFill>
              </a:defRPr>
            </a:lvl2pPr>
            <a:lvl3pPr marL="1306090" indent="0">
              <a:buNone/>
              <a:defRPr sz="2300">
                <a:solidFill>
                  <a:schemeClr val="tx1">
                    <a:tint val="75000"/>
                  </a:schemeClr>
                </a:solidFill>
              </a:defRPr>
            </a:lvl3pPr>
            <a:lvl4pPr marL="1959135" indent="0">
              <a:buNone/>
              <a:defRPr sz="2000">
                <a:solidFill>
                  <a:schemeClr val="tx1">
                    <a:tint val="75000"/>
                  </a:schemeClr>
                </a:solidFill>
              </a:defRPr>
            </a:lvl4pPr>
            <a:lvl5pPr marL="2612181" indent="0">
              <a:buNone/>
              <a:defRPr sz="2000">
                <a:solidFill>
                  <a:schemeClr val="tx1">
                    <a:tint val="75000"/>
                  </a:schemeClr>
                </a:solidFill>
              </a:defRPr>
            </a:lvl5pPr>
            <a:lvl6pPr marL="3265225" indent="0">
              <a:buNone/>
              <a:defRPr sz="2000">
                <a:solidFill>
                  <a:schemeClr val="tx1">
                    <a:tint val="75000"/>
                  </a:schemeClr>
                </a:solidFill>
              </a:defRPr>
            </a:lvl6pPr>
            <a:lvl7pPr marL="3918270" indent="0">
              <a:buNone/>
              <a:defRPr sz="2000">
                <a:solidFill>
                  <a:schemeClr val="tx1">
                    <a:tint val="75000"/>
                  </a:schemeClr>
                </a:solidFill>
              </a:defRPr>
            </a:lvl7pPr>
            <a:lvl8pPr marL="4571314" indent="0">
              <a:buNone/>
              <a:defRPr sz="2000">
                <a:solidFill>
                  <a:schemeClr val="tx1">
                    <a:tint val="75000"/>
                  </a:schemeClr>
                </a:solidFill>
              </a:defRPr>
            </a:lvl8pPr>
            <a:lvl9pPr marL="5224359" indent="0">
              <a:buNone/>
              <a:defRPr sz="20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DBMS             B.HEME NAGAMANI, ASST.PROFESSOR, IT&amp;DS DEPT.</a:t>
            </a:r>
          </a:p>
        </p:txBody>
      </p:sp>
      <p:sp>
        <p:nvSpPr>
          <p:cNvPr id="6" name="Slide Number Placeholder 5"/>
          <p:cNvSpPr>
            <a:spLocks noGrp="1"/>
          </p:cNvSpPr>
          <p:nvPr>
            <p:ph type="sldNum" sz="quarter" idx="12"/>
          </p:nvPr>
        </p:nvSpPr>
        <p:spPr/>
        <p:txBody>
          <a:bodyPr/>
          <a:lstStyle/>
          <a:p>
            <a:fld id="{D94395E6-B557-457B-A658-B1954780A9A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0941" y="2305050"/>
            <a:ext cx="10411459" cy="6517006"/>
          </a:xfrm>
        </p:spPr>
        <p:txBody>
          <a:bodyPr/>
          <a:lstStyle>
            <a:lvl1pPr>
              <a:defRPr sz="4000"/>
            </a:lvl1pPr>
            <a:lvl2pPr>
              <a:defRPr sz="3400"/>
            </a:lvl2pPr>
            <a:lvl3pPr>
              <a:defRPr sz="29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1826244" y="2305050"/>
            <a:ext cx="10411461" cy="6517006"/>
          </a:xfrm>
        </p:spPr>
        <p:txBody>
          <a:bodyPr/>
          <a:lstStyle>
            <a:lvl1pPr>
              <a:defRPr sz="4000"/>
            </a:lvl1pPr>
            <a:lvl2pPr>
              <a:defRPr sz="3400"/>
            </a:lvl2pPr>
            <a:lvl3pPr>
              <a:defRPr sz="2900"/>
            </a:lvl3pPr>
            <a:lvl4pPr>
              <a:defRPr sz="2600"/>
            </a:lvl4pPr>
            <a:lvl5pPr>
              <a:defRPr sz="2600"/>
            </a:lvl5pPr>
            <a:lvl6pPr>
              <a:defRPr sz="2600"/>
            </a:lvl6pPr>
            <a:lvl7pPr>
              <a:defRPr sz="2600"/>
            </a:lvl7pPr>
            <a:lvl8pPr>
              <a:defRPr sz="2600"/>
            </a:lvl8pPr>
            <a:lvl9pPr>
              <a:defRPr sz="2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DBMS             B.HEME NAGAMANI, ASST.PROFESSOR, IT&amp;DS DEPT.</a:t>
            </a:r>
          </a:p>
        </p:txBody>
      </p:sp>
      <p:sp>
        <p:nvSpPr>
          <p:cNvPr id="7" name="Slide Number Placeholder 6"/>
          <p:cNvSpPr>
            <a:spLocks noGrp="1"/>
          </p:cNvSpPr>
          <p:nvPr>
            <p:ph type="sldNum" sz="quarter" idx="12"/>
          </p:nvPr>
        </p:nvSpPr>
        <p:spPr/>
        <p:txBody>
          <a:bodyPr/>
          <a:lstStyle/>
          <a:p>
            <a:fld id="{D94395E6-B557-457B-A658-B1954780A9A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31520" y="329566"/>
            <a:ext cx="13167360" cy="13716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31520" y="1842136"/>
            <a:ext cx="6464301" cy="767714"/>
          </a:xfrm>
        </p:spPr>
        <p:txBody>
          <a:bodyPr anchor="b"/>
          <a:lstStyle>
            <a:lvl1pPr marL="0" indent="0">
              <a:buNone/>
              <a:defRPr sz="3400" b="1"/>
            </a:lvl1pPr>
            <a:lvl2pPr marL="653044" indent="0">
              <a:buNone/>
              <a:defRPr sz="2900" b="1"/>
            </a:lvl2pPr>
            <a:lvl3pPr marL="1306090" indent="0">
              <a:buNone/>
              <a:defRPr sz="2600" b="1"/>
            </a:lvl3pPr>
            <a:lvl4pPr marL="1959135" indent="0">
              <a:buNone/>
              <a:defRPr sz="2300" b="1"/>
            </a:lvl4pPr>
            <a:lvl5pPr marL="2612181" indent="0">
              <a:buNone/>
              <a:defRPr sz="2300" b="1"/>
            </a:lvl5pPr>
            <a:lvl6pPr marL="3265225" indent="0">
              <a:buNone/>
              <a:defRPr sz="2300" b="1"/>
            </a:lvl6pPr>
            <a:lvl7pPr marL="3918270" indent="0">
              <a:buNone/>
              <a:defRPr sz="2300" b="1"/>
            </a:lvl7pPr>
            <a:lvl8pPr marL="4571314" indent="0">
              <a:buNone/>
              <a:defRPr sz="2300" b="1"/>
            </a:lvl8pPr>
            <a:lvl9pPr marL="5224359" indent="0">
              <a:buNone/>
              <a:defRPr sz="2300" b="1"/>
            </a:lvl9pPr>
          </a:lstStyle>
          <a:p>
            <a:pPr lvl="0"/>
            <a:r>
              <a:rPr lang="en-US"/>
              <a:t>Click to edit Master text styles</a:t>
            </a:r>
          </a:p>
        </p:txBody>
      </p:sp>
      <p:sp>
        <p:nvSpPr>
          <p:cNvPr id="4" name="Content Placeholder 3"/>
          <p:cNvSpPr>
            <a:spLocks noGrp="1"/>
          </p:cNvSpPr>
          <p:nvPr>
            <p:ph sz="half" idx="2"/>
          </p:nvPr>
        </p:nvSpPr>
        <p:spPr>
          <a:xfrm>
            <a:off x="731520" y="2609850"/>
            <a:ext cx="6464301" cy="4741546"/>
          </a:xfrm>
        </p:spPr>
        <p:txBody>
          <a:bodyPr/>
          <a:lstStyle>
            <a:lvl1pPr>
              <a:defRPr sz="3400"/>
            </a:lvl1pPr>
            <a:lvl2pPr>
              <a:defRPr sz="2900"/>
            </a:lvl2pPr>
            <a:lvl3pPr>
              <a:defRPr sz="26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32042" y="1842136"/>
            <a:ext cx="6466840" cy="767714"/>
          </a:xfrm>
        </p:spPr>
        <p:txBody>
          <a:bodyPr anchor="b"/>
          <a:lstStyle>
            <a:lvl1pPr marL="0" indent="0">
              <a:buNone/>
              <a:defRPr sz="3400" b="1"/>
            </a:lvl1pPr>
            <a:lvl2pPr marL="653044" indent="0">
              <a:buNone/>
              <a:defRPr sz="2900" b="1"/>
            </a:lvl2pPr>
            <a:lvl3pPr marL="1306090" indent="0">
              <a:buNone/>
              <a:defRPr sz="2600" b="1"/>
            </a:lvl3pPr>
            <a:lvl4pPr marL="1959135" indent="0">
              <a:buNone/>
              <a:defRPr sz="2300" b="1"/>
            </a:lvl4pPr>
            <a:lvl5pPr marL="2612181" indent="0">
              <a:buNone/>
              <a:defRPr sz="2300" b="1"/>
            </a:lvl5pPr>
            <a:lvl6pPr marL="3265225" indent="0">
              <a:buNone/>
              <a:defRPr sz="2300" b="1"/>
            </a:lvl6pPr>
            <a:lvl7pPr marL="3918270" indent="0">
              <a:buNone/>
              <a:defRPr sz="2300" b="1"/>
            </a:lvl7pPr>
            <a:lvl8pPr marL="4571314" indent="0">
              <a:buNone/>
              <a:defRPr sz="2300" b="1"/>
            </a:lvl8pPr>
            <a:lvl9pPr marL="5224359" indent="0">
              <a:buNone/>
              <a:defRPr sz="2300" b="1"/>
            </a:lvl9pPr>
          </a:lstStyle>
          <a:p>
            <a:pPr lvl="0"/>
            <a:r>
              <a:rPr lang="en-US"/>
              <a:t>Click to edit Master text styles</a:t>
            </a:r>
          </a:p>
        </p:txBody>
      </p:sp>
      <p:sp>
        <p:nvSpPr>
          <p:cNvPr id="6" name="Content Placeholder 5"/>
          <p:cNvSpPr>
            <a:spLocks noGrp="1"/>
          </p:cNvSpPr>
          <p:nvPr>
            <p:ph sz="quarter" idx="4"/>
          </p:nvPr>
        </p:nvSpPr>
        <p:spPr>
          <a:xfrm>
            <a:off x="7432042" y="2609850"/>
            <a:ext cx="6466840" cy="4741546"/>
          </a:xfrm>
        </p:spPr>
        <p:txBody>
          <a:bodyPr/>
          <a:lstStyle>
            <a:lvl1pPr>
              <a:defRPr sz="3400"/>
            </a:lvl1pPr>
            <a:lvl2pPr>
              <a:defRPr sz="2900"/>
            </a:lvl2pPr>
            <a:lvl3pPr>
              <a:defRPr sz="26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DBMS             B.HEME NAGAMANI, ASST.PROFESSOR, IT&amp;DS DEPT.</a:t>
            </a:r>
          </a:p>
        </p:txBody>
      </p:sp>
      <p:sp>
        <p:nvSpPr>
          <p:cNvPr id="9" name="Slide Number Placeholder 8"/>
          <p:cNvSpPr>
            <a:spLocks noGrp="1"/>
          </p:cNvSpPr>
          <p:nvPr>
            <p:ph type="sldNum" sz="quarter" idx="12"/>
          </p:nvPr>
        </p:nvSpPr>
        <p:spPr/>
        <p:txBody>
          <a:bodyPr/>
          <a:lstStyle/>
          <a:p>
            <a:fld id="{D94395E6-B557-457B-A658-B1954780A9A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DBMS             B.HEME NAGAMANI, ASST.PROFESSOR, IT&amp;DS DEPT.</a:t>
            </a:r>
          </a:p>
        </p:txBody>
      </p:sp>
      <p:sp>
        <p:nvSpPr>
          <p:cNvPr id="5" name="Slide Number Placeholder 4"/>
          <p:cNvSpPr>
            <a:spLocks noGrp="1"/>
          </p:cNvSpPr>
          <p:nvPr>
            <p:ph type="sldNum" sz="quarter" idx="12"/>
          </p:nvPr>
        </p:nvSpPr>
        <p:spPr/>
        <p:txBody>
          <a:bodyPr/>
          <a:lstStyle/>
          <a:p>
            <a:fld id="{D94395E6-B557-457B-A658-B1954780A9A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DBMS             B.HEME NAGAMANI, ASST.PROFESSOR, IT&amp;DS DEPT.</a:t>
            </a:r>
          </a:p>
        </p:txBody>
      </p:sp>
      <p:sp>
        <p:nvSpPr>
          <p:cNvPr id="4" name="Slide Number Placeholder 3"/>
          <p:cNvSpPr>
            <a:spLocks noGrp="1"/>
          </p:cNvSpPr>
          <p:nvPr>
            <p:ph type="sldNum" sz="quarter" idx="12"/>
          </p:nvPr>
        </p:nvSpPr>
        <p:spPr/>
        <p:txBody>
          <a:bodyPr/>
          <a:lstStyle/>
          <a:p>
            <a:fld id="{D94395E6-B557-457B-A658-B1954780A9A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1524" y="327660"/>
            <a:ext cx="4813301" cy="1394460"/>
          </a:xfrm>
        </p:spPr>
        <p:txBody>
          <a:bodyPr anchor="b"/>
          <a:lstStyle>
            <a:lvl1pPr algn="l">
              <a:defRPr sz="2900" b="1"/>
            </a:lvl1pPr>
          </a:lstStyle>
          <a:p>
            <a:r>
              <a:rPr lang="en-US"/>
              <a:t>Click to edit Master title style</a:t>
            </a:r>
          </a:p>
        </p:txBody>
      </p:sp>
      <p:sp>
        <p:nvSpPr>
          <p:cNvPr id="3" name="Content Placeholder 2"/>
          <p:cNvSpPr>
            <a:spLocks noGrp="1"/>
          </p:cNvSpPr>
          <p:nvPr>
            <p:ph idx="1"/>
          </p:nvPr>
        </p:nvSpPr>
        <p:spPr>
          <a:xfrm>
            <a:off x="5720080" y="327660"/>
            <a:ext cx="8178800" cy="7023736"/>
          </a:xfrm>
        </p:spPr>
        <p:txBody>
          <a:bodyPr/>
          <a:lstStyle>
            <a:lvl1pPr>
              <a:defRPr sz="4600"/>
            </a:lvl1pPr>
            <a:lvl2pPr>
              <a:defRPr sz="4000"/>
            </a:lvl2pPr>
            <a:lvl3pPr>
              <a:defRPr sz="3400"/>
            </a:lvl3pPr>
            <a:lvl4pPr>
              <a:defRPr sz="2900"/>
            </a:lvl4pPr>
            <a:lvl5pPr>
              <a:defRPr sz="2900"/>
            </a:lvl5pPr>
            <a:lvl6pPr>
              <a:defRPr sz="2900"/>
            </a:lvl6pPr>
            <a:lvl7pPr>
              <a:defRPr sz="2900"/>
            </a:lvl7pPr>
            <a:lvl8pPr>
              <a:defRPr sz="2900"/>
            </a:lvl8pPr>
            <a:lvl9pPr>
              <a:defRPr sz="2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31524" y="1722120"/>
            <a:ext cx="4813301" cy="5629276"/>
          </a:xfrm>
        </p:spPr>
        <p:txBody>
          <a:bodyPr/>
          <a:lstStyle>
            <a:lvl1pPr marL="0" indent="0">
              <a:buNone/>
              <a:defRPr sz="2000"/>
            </a:lvl1pPr>
            <a:lvl2pPr marL="653044" indent="0">
              <a:buNone/>
              <a:defRPr sz="1700"/>
            </a:lvl2pPr>
            <a:lvl3pPr marL="1306090" indent="0">
              <a:buNone/>
              <a:defRPr sz="1400"/>
            </a:lvl3pPr>
            <a:lvl4pPr marL="1959135" indent="0">
              <a:buNone/>
              <a:defRPr sz="1300"/>
            </a:lvl4pPr>
            <a:lvl5pPr marL="2612181" indent="0">
              <a:buNone/>
              <a:defRPr sz="1300"/>
            </a:lvl5pPr>
            <a:lvl6pPr marL="3265225" indent="0">
              <a:buNone/>
              <a:defRPr sz="1300"/>
            </a:lvl6pPr>
            <a:lvl7pPr marL="3918270" indent="0">
              <a:buNone/>
              <a:defRPr sz="1300"/>
            </a:lvl7pPr>
            <a:lvl8pPr marL="4571314" indent="0">
              <a:buNone/>
              <a:defRPr sz="1300"/>
            </a:lvl8pPr>
            <a:lvl9pPr marL="5224359"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DBMS             B.HEME NAGAMANI, ASST.PROFESSOR, IT&amp;DS DEPT.</a:t>
            </a:r>
          </a:p>
        </p:txBody>
      </p:sp>
      <p:sp>
        <p:nvSpPr>
          <p:cNvPr id="7" name="Slide Number Placeholder 6"/>
          <p:cNvSpPr>
            <a:spLocks noGrp="1"/>
          </p:cNvSpPr>
          <p:nvPr>
            <p:ph type="sldNum" sz="quarter" idx="12"/>
          </p:nvPr>
        </p:nvSpPr>
        <p:spPr/>
        <p:txBody>
          <a:bodyPr/>
          <a:lstStyle/>
          <a:p>
            <a:fld id="{D94395E6-B557-457B-A658-B1954780A9A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67661" y="5760720"/>
            <a:ext cx="8778240" cy="680086"/>
          </a:xfrm>
        </p:spPr>
        <p:txBody>
          <a:bodyPr anchor="b"/>
          <a:lstStyle>
            <a:lvl1pPr algn="l">
              <a:defRPr sz="2900" b="1"/>
            </a:lvl1pPr>
          </a:lstStyle>
          <a:p>
            <a:r>
              <a:rPr lang="en-US"/>
              <a:t>Click to edit Master title style</a:t>
            </a:r>
          </a:p>
        </p:txBody>
      </p:sp>
      <p:sp>
        <p:nvSpPr>
          <p:cNvPr id="3" name="Picture Placeholder 2"/>
          <p:cNvSpPr>
            <a:spLocks noGrp="1"/>
          </p:cNvSpPr>
          <p:nvPr>
            <p:ph type="pic" idx="1"/>
          </p:nvPr>
        </p:nvSpPr>
        <p:spPr>
          <a:xfrm>
            <a:off x="2867661" y="735330"/>
            <a:ext cx="8778240" cy="4937760"/>
          </a:xfrm>
        </p:spPr>
        <p:txBody>
          <a:bodyPr/>
          <a:lstStyle>
            <a:lvl1pPr marL="0" indent="0">
              <a:buNone/>
              <a:defRPr sz="4600"/>
            </a:lvl1pPr>
            <a:lvl2pPr marL="653044" indent="0">
              <a:buNone/>
              <a:defRPr sz="4000"/>
            </a:lvl2pPr>
            <a:lvl3pPr marL="1306090" indent="0">
              <a:buNone/>
              <a:defRPr sz="3400"/>
            </a:lvl3pPr>
            <a:lvl4pPr marL="1959135" indent="0">
              <a:buNone/>
              <a:defRPr sz="2900"/>
            </a:lvl4pPr>
            <a:lvl5pPr marL="2612181" indent="0">
              <a:buNone/>
              <a:defRPr sz="2900"/>
            </a:lvl5pPr>
            <a:lvl6pPr marL="3265225" indent="0">
              <a:buNone/>
              <a:defRPr sz="2900"/>
            </a:lvl6pPr>
            <a:lvl7pPr marL="3918270" indent="0">
              <a:buNone/>
              <a:defRPr sz="2900"/>
            </a:lvl7pPr>
            <a:lvl8pPr marL="4571314" indent="0">
              <a:buNone/>
              <a:defRPr sz="2900"/>
            </a:lvl8pPr>
            <a:lvl9pPr marL="5224359" indent="0">
              <a:buNone/>
              <a:defRPr sz="2900"/>
            </a:lvl9pPr>
          </a:lstStyle>
          <a:p>
            <a:endParaRPr lang="en-US"/>
          </a:p>
        </p:txBody>
      </p:sp>
      <p:sp>
        <p:nvSpPr>
          <p:cNvPr id="4" name="Text Placeholder 3"/>
          <p:cNvSpPr>
            <a:spLocks noGrp="1"/>
          </p:cNvSpPr>
          <p:nvPr>
            <p:ph type="body" sz="half" idx="2"/>
          </p:nvPr>
        </p:nvSpPr>
        <p:spPr>
          <a:xfrm>
            <a:off x="2867661" y="6440806"/>
            <a:ext cx="8778240" cy="965834"/>
          </a:xfrm>
        </p:spPr>
        <p:txBody>
          <a:bodyPr/>
          <a:lstStyle>
            <a:lvl1pPr marL="0" indent="0">
              <a:buNone/>
              <a:defRPr sz="2000"/>
            </a:lvl1pPr>
            <a:lvl2pPr marL="653044" indent="0">
              <a:buNone/>
              <a:defRPr sz="1700"/>
            </a:lvl2pPr>
            <a:lvl3pPr marL="1306090" indent="0">
              <a:buNone/>
              <a:defRPr sz="1400"/>
            </a:lvl3pPr>
            <a:lvl4pPr marL="1959135" indent="0">
              <a:buNone/>
              <a:defRPr sz="1300"/>
            </a:lvl4pPr>
            <a:lvl5pPr marL="2612181" indent="0">
              <a:buNone/>
              <a:defRPr sz="1300"/>
            </a:lvl5pPr>
            <a:lvl6pPr marL="3265225" indent="0">
              <a:buNone/>
              <a:defRPr sz="1300"/>
            </a:lvl6pPr>
            <a:lvl7pPr marL="3918270" indent="0">
              <a:buNone/>
              <a:defRPr sz="1300"/>
            </a:lvl7pPr>
            <a:lvl8pPr marL="4571314" indent="0">
              <a:buNone/>
              <a:defRPr sz="1300"/>
            </a:lvl8pPr>
            <a:lvl9pPr marL="5224359"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DBMS             B.HEME NAGAMANI, ASST.PROFESSOR, IT&amp;DS DEPT.</a:t>
            </a:r>
          </a:p>
        </p:txBody>
      </p:sp>
      <p:sp>
        <p:nvSpPr>
          <p:cNvPr id="7" name="Slide Number Placeholder 6"/>
          <p:cNvSpPr>
            <a:spLocks noGrp="1"/>
          </p:cNvSpPr>
          <p:nvPr>
            <p:ph type="sldNum" sz="quarter" idx="12"/>
          </p:nvPr>
        </p:nvSpPr>
        <p:spPr/>
        <p:txBody>
          <a:bodyPr/>
          <a:lstStyle/>
          <a:p>
            <a:fld id="{D94395E6-B557-457B-A658-B1954780A9A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DBMS             B.HEME NAGAMANI, ASST.PROFESSOR, IT&amp;DS DEPT.</a:t>
            </a:r>
          </a:p>
        </p:txBody>
      </p:sp>
      <p:sp>
        <p:nvSpPr>
          <p:cNvPr id="6" name="Slide Number Placeholder 5"/>
          <p:cNvSpPr>
            <a:spLocks noGrp="1"/>
          </p:cNvSpPr>
          <p:nvPr>
            <p:ph type="sldNum" sz="quarter" idx="12"/>
          </p:nvPr>
        </p:nvSpPr>
        <p:spPr/>
        <p:txBody>
          <a:bodyPr/>
          <a:lstStyle/>
          <a:p>
            <a:fld id="{D94395E6-B557-457B-A658-B1954780A9A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6972280" y="396240"/>
            <a:ext cx="5265421" cy="842581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0945" y="396240"/>
            <a:ext cx="15557499" cy="842581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DBMS             B.HEME NAGAMANI, ASST.PROFESSOR, IT&amp;DS DEPT.</a:t>
            </a:r>
          </a:p>
        </p:txBody>
      </p:sp>
      <p:sp>
        <p:nvSpPr>
          <p:cNvPr id="6" name="Slide Number Placeholder 5"/>
          <p:cNvSpPr>
            <a:spLocks noGrp="1"/>
          </p:cNvSpPr>
          <p:nvPr>
            <p:ph type="sldNum" sz="quarter" idx="12"/>
          </p:nvPr>
        </p:nvSpPr>
        <p:spPr/>
        <p:txBody>
          <a:bodyPr/>
          <a:lstStyle/>
          <a:p>
            <a:fld id="{D94395E6-B557-457B-A658-B1954780A9A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1520" y="329566"/>
            <a:ext cx="13167360" cy="1371600"/>
          </a:xfrm>
          <a:prstGeom prst="rect">
            <a:avLst/>
          </a:prstGeom>
        </p:spPr>
        <p:txBody>
          <a:bodyPr vert="horz" lIns="130609" tIns="65305" rIns="130609" bIns="65305" rtlCol="0" anchor="ctr">
            <a:normAutofit/>
          </a:bodyPr>
          <a:lstStyle/>
          <a:p>
            <a:r>
              <a:rPr lang="en-US"/>
              <a:t>Click to edit Master title style</a:t>
            </a:r>
          </a:p>
        </p:txBody>
      </p:sp>
      <p:sp>
        <p:nvSpPr>
          <p:cNvPr id="3" name="Text Placeholder 2"/>
          <p:cNvSpPr>
            <a:spLocks noGrp="1"/>
          </p:cNvSpPr>
          <p:nvPr>
            <p:ph type="body" idx="1"/>
          </p:nvPr>
        </p:nvSpPr>
        <p:spPr>
          <a:xfrm>
            <a:off x="731520" y="1920240"/>
            <a:ext cx="13167360" cy="5431156"/>
          </a:xfrm>
          <a:prstGeom prst="rect">
            <a:avLst/>
          </a:prstGeom>
        </p:spPr>
        <p:txBody>
          <a:bodyPr vert="horz" lIns="130609" tIns="65305" rIns="130609" bIns="6530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31520" y="7627623"/>
            <a:ext cx="3413760" cy="438150"/>
          </a:xfrm>
          <a:prstGeom prst="rect">
            <a:avLst/>
          </a:prstGeom>
        </p:spPr>
        <p:txBody>
          <a:bodyPr vert="horz" lIns="130609" tIns="65305" rIns="130609" bIns="65305" rtlCol="0" anchor="ctr"/>
          <a:lstStyle>
            <a:lvl1pPr algn="l">
              <a:defRPr sz="17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998720" y="7627623"/>
            <a:ext cx="4632960" cy="438150"/>
          </a:xfrm>
          <a:prstGeom prst="rect">
            <a:avLst/>
          </a:prstGeom>
        </p:spPr>
        <p:txBody>
          <a:bodyPr vert="horz" lIns="130609" tIns="65305" rIns="130609" bIns="65305" rtlCol="0" anchor="ctr"/>
          <a:lstStyle>
            <a:lvl1pPr algn="ctr">
              <a:defRPr sz="1700">
                <a:solidFill>
                  <a:schemeClr val="tx1">
                    <a:tint val="75000"/>
                  </a:schemeClr>
                </a:solidFill>
              </a:defRPr>
            </a:lvl1pPr>
          </a:lstStyle>
          <a:p>
            <a:r>
              <a:rPr lang="en-US"/>
              <a:t>DBMS             B.HEME NAGAMANI, ASST.PROFESSOR, IT&amp;DS DEPT.</a:t>
            </a:r>
          </a:p>
        </p:txBody>
      </p:sp>
      <p:sp>
        <p:nvSpPr>
          <p:cNvPr id="6" name="Slide Number Placeholder 5"/>
          <p:cNvSpPr>
            <a:spLocks noGrp="1"/>
          </p:cNvSpPr>
          <p:nvPr>
            <p:ph type="sldNum" sz="quarter" idx="4"/>
          </p:nvPr>
        </p:nvSpPr>
        <p:spPr>
          <a:xfrm>
            <a:off x="10485120" y="7627623"/>
            <a:ext cx="3413760" cy="438150"/>
          </a:xfrm>
          <a:prstGeom prst="rect">
            <a:avLst/>
          </a:prstGeom>
        </p:spPr>
        <p:txBody>
          <a:bodyPr vert="horz" lIns="130609" tIns="65305" rIns="130609" bIns="65305" rtlCol="0" anchor="ctr"/>
          <a:lstStyle>
            <a:lvl1pPr algn="r">
              <a:defRPr sz="1700">
                <a:solidFill>
                  <a:schemeClr val="tx1">
                    <a:tint val="75000"/>
                  </a:schemeClr>
                </a:solidFill>
              </a:defRPr>
            </a:lvl1pPr>
          </a:lstStyle>
          <a:p>
            <a:fld id="{D94395E6-B557-457B-A658-B1954780A9A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2" r:id="rId13"/>
    <p:sldLayoutId id="2147483673" r:id="rId14"/>
    <p:sldLayoutId id="2147483674" r:id="rId15"/>
    <p:sldLayoutId id="2147483675" r:id="rId16"/>
  </p:sldLayoutIdLst>
  <p:hf sldNum="0" hdr="0" dt="0"/>
  <p:txStyles>
    <p:titleStyle>
      <a:lvl1pPr algn="ctr" defTabSz="1306090" rtl="0" eaLnBrk="1" latinLnBrk="0" hangingPunct="1">
        <a:spcBef>
          <a:spcPct val="0"/>
        </a:spcBef>
        <a:buNone/>
        <a:defRPr sz="6300" kern="1200">
          <a:solidFill>
            <a:schemeClr val="tx1"/>
          </a:solidFill>
          <a:latin typeface="+mj-lt"/>
          <a:ea typeface="+mj-ea"/>
          <a:cs typeface="+mj-cs"/>
        </a:defRPr>
      </a:lvl1pPr>
    </p:titleStyle>
    <p:bodyStyle>
      <a:lvl1pPr marL="489784" indent="-489784" algn="l" defTabSz="1306090" rtl="0" eaLnBrk="1" latinLnBrk="0" hangingPunct="1">
        <a:spcBef>
          <a:spcPct val="20000"/>
        </a:spcBef>
        <a:buFont typeface="Arial" pitchFamily="34" charset="0"/>
        <a:buChar char="•"/>
        <a:defRPr sz="4600" kern="1200">
          <a:solidFill>
            <a:schemeClr val="tx1"/>
          </a:solidFill>
          <a:latin typeface="+mn-lt"/>
          <a:ea typeface="+mn-ea"/>
          <a:cs typeface="+mn-cs"/>
        </a:defRPr>
      </a:lvl1pPr>
      <a:lvl2pPr marL="1061198" indent="-408154" algn="l" defTabSz="1306090" rtl="0" eaLnBrk="1" latinLnBrk="0" hangingPunct="1">
        <a:spcBef>
          <a:spcPct val="20000"/>
        </a:spcBef>
        <a:buFont typeface="Arial" pitchFamily="34" charset="0"/>
        <a:buChar char="–"/>
        <a:defRPr sz="4000" kern="1200">
          <a:solidFill>
            <a:schemeClr val="tx1"/>
          </a:solidFill>
          <a:latin typeface="+mn-lt"/>
          <a:ea typeface="+mn-ea"/>
          <a:cs typeface="+mn-cs"/>
        </a:defRPr>
      </a:lvl2pPr>
      <a:lvl3pPr marL="1632613" indent="-326522" algn="l" defTabSz="1306090" rtl="0" eaLnBrk="1" latinLnBrk="0" hangingPunct="1">
        <a:spcBef>
          <a:spcPct val="20000"/>
        </a:spcBef>
        <a:buFont typeface="Arial" pitchFamily="34" charset="0"/>
        <a:buChar char="•"/>
        <a:defRPr sz="3400" kern="1200">
          <a:solidFill>
            <a:schemeClr val="tx1"/>
          </a:solidFill>
          <a:latin typeface="+mn-lt"/>
          <a:ea typeface="+mn-ea"/>
          <a:cs typeface="+mn-cs"/>
        </a:defRPr>
      </a:lvl3pPr>
      <a:lvl4pPr marL="2285657" indent="-326522" algn="l" defTabSz="1306090" rtl="0" eaLnBrk="1" latinLnBrk="0" hangingPunct="1">
        <a:spcBef>
          <a:spcPct val="20000"/>
        </a:spcBef>
        <a:buFont typeface="Arial" pitchFamily="34" charset="0"/>
        <a:buChar char="–"/>
        <a:defRPr sz="2900" kern="1200">
          <a:solidFill>
            <a:schemeClr val="tx1"/>
          </a:solidFill>
          <a:latin typeface="+mn-lt"/>
          <a:ea typeface="+mn-ea"/>
          <a:cs typeface="+mn-cs"/>
        </a:defRPr>
      </a:lvl4pPr>
      <a:lvl5pPr marL="2938702" indent="-326522" algn="l" defTabSz="1306090" rtl="0" eaLnBrk="1" latinLnBrk="0" hangingPunct="1">
        <a:spcBef>
          <a:spcPct val="20000"/>
        </a:spcBef>
        <a:buFont typeface="Arial" pitchFamily="34" charset="0"/>
        <a:buChar char="»"/>
        <a:defRPr sz="2900" kern="1200">
          <a:solidFill>
            <a:schemeClr val="tx1"/>
          </a:solidFill>
          <a:latin typeface="+mn-lt"/>
          <a:ea typeface="+mn-ea"/>
          <a:cs typeface="+mn-cs"/>
        </a:defRPr>
      </a:lvl5pPr>
      <a:lvl6pPr marL="3591746" indent="-326522" algn="l" defTabSz="1306090" rtl="0" eaLnBrk="1" latinLnBrk="0" hangingPunct="1">
        <a:spcBef>
          <a:spcPct val="20000"/>
        </a:spcBef>
        <a:buFont typeface="Arial" pitchFamily="34" charset="0"/>
        <a:buChar char="•"/>
        <a:defRPr sz="2900" kern="1200">
          <a:solidFill>
            <a:schemeClr val="tx1"/>
          </a:solidFill>
          <a:latin typeface="+mn-lt"/>
          <a:ea typeface="+mn-ea"/>
          <a:cs typeface="+mn-cs"/>
        </a:defRPr>
      </a:lvl6pPr>
      <a:lvl7pPr marL="4244791" indent="-326522" algn="l" defTabSz="1306090" rtl="0" eaLnBrk="1" latinLnBrk="0" hangingPunct="1">
        <a:spcBef>
          <a:spcPct val="20000"/>
        </a:spcBef>
        <a:buFont typeface="Arial" pitchFamily="34" charset="0"/>
        <a:buChar char="•"/>
        <a:defRPr sz="2900" kern="1200">
          <a:solidFill>
            <a:schemeClr val="tx1"/>
          </a:solidFill>
          <a:latin typeface="+mn-lt"/>
          <a:ea typeface="+mn-ea"/>
          <a:cs typeface="+mn-cs"/>
        </a:defRPr>
      </a:lvl7pPr>
      <a:lvl8pPr marL="4897837" indent="-326522" algn="l" defTabSz="1306090" rtl="0" eaLnBrk="1" latinLnBrk="0" hangingPunct="1">
        <a:spcBef>
          <a:spcPct val="20000"/>
        </a:spcBef>
        <a:buFont typeface="Arial" pitchFamily="34" charset="0"/>
        <a:buChar char="•"/>
        <a:defRPr sz="2900" kern="1200">
          <a:solidFill>
            <a:schemeClr val="tx1"/>
          </a:solidFill>
          <a:latin typeface="+mn-lt"/>
          <a:ea typeface="+mn-ea"/>
          <a:cs typeface="+mn-cs"/>
        </a:defRPr>
      </a:lvl8pPr>
      <a:lvl9pPr marL="5550882" indent="-326522" algn="l" defTabSz="1306090" rtl="0" eaLnBrk="1" latinLnBrk="0" hangingPunct="1">
        <a:spcBef>
          <a:spcPct val="20000"/>
        </a:spcBef>
        <a:buFont typeface="Arial" pitchFamily="34" charset="0"/>
        <a:buChar char="•"/>
        <a:defRPr sz="2900" kern="1200">
          <a:solidFill>
            <a:schemeClr val="tx1"/>
          </a:solidFill>
          <a:latin typeface="+mn-lt"/>
          <a:ea typeface="+mn-ea"/>
          <a:cs typeface="+mn-cs"/>
        </a:defRPr>
      </a:lvl9pPr>
    </p:bodyStyle>
    <p:otherStyle>
      <a:defPPr>
        <a:defRPr lang="en-US"/>
      </a:defPPr>
      <a:lvl1pPr marL="0" algn="l" defTabSz="1306090" rtl="0" eaLnBrk="1" latinLnBrk="0" hangingPunct="1">
        <a:defRPr sz="2600" kern="1200">
          <a:solidFill>
            <a:schemeClr val="tx1"/>
          </a:solidFill>
          <a:latin typeface="+mn-lt"/>
          <a:ea typeface="+mn-ea"/>
          <a:cs typeface="+mn-cs"/>
        </a:defRPr>
      </a:lvl1pPr>
      <a:lvl2pPr marL="653044" algn="l" defTabSz="1306090" rtl="0" eaLnBrk="1" latinLnBrk="0" hangingPunct="1">
        <a:defRPr sz="2600" kern="1200">
          <a:solidFill>
            <a:schemeClr val="tx1"/>
          </a:solidFill>
          <a:latin typeface="+mn-lt"/>
          <a:ea typeface="+mn-ea"/>
          <a:cs typeface="+mn-cs"/>
        </a:defRPr>
      </a:lvl2pPr>
      <a:lvl3pPr marL="1306090" algn="l" defTabSz="1306090" rtl="0" eaLnBrk="1" latinLnBrk="0" hangingPunct="1">
        <a:defRPr sz="2600" kern="1200">
          <a:solidFill>
            <a:schemeClr val="tx1"/>
          </a:solidFill>
          <a:latin typeface="+mn-lt"/>
          <a:ea typeface="+mn-ea"/>
          <a:cs typeface="+mn-cs"/>
        </a:defRPr>
      </a:lvl3pPr>
      <a:lvl4pPr marL="1959135" algn="l" defTabSz="1306090" rtl="0" eaLnBrk="1" latinLnBrk="0" hangingPunct="1">
        <a:defRPr sz="2600" kern="1200">
          <a:solidFill>
            <a:schemeClr val="tx1"/>
          </a:solidFill>
          <a:latin typeface="+mn-lt"/>
          <a:ea typeface="+mn-ea"/>
          <a:cs typeface="+mn-cs"/>
        </a:defRPr>
      </a:lvl4pPr>
      <a:lvl5pPr marL="2612181" algn="l" defTabSz="1306090" rtl="0" eaLnBrk="1" latinLnBrk="0" hangingPunct="1">
        <a:defRPr sz="2600" kern="1200">
          <a:solidFill>
            <a:schemeClr val="tx1"/>
          </a:solidFill>
          <a:latin typeface="+mn-lt"/>
          <a:ea typeface="+mn-ea"/>
          <a:cs typeface="+mn-cs"/>
        </a:defRPr>
      </a:lvl5pPr>
      <a:lvl6pPr marL="3265225" algn="l" defTabSz="1306090" rtl="0" eaLnBrk="1" latinLnBrk="0" hangingPunct="1">
        <a:defRPr sz="2600" kern="1200">
          <a:solidFill>
            <a:schemeClr val="tx1"/>
          </a:solidFill>
          <a:latin typeface="+mn-lt"/>
          <a:ea typeface="+mn-ea"/>
          <a:cs typeface="+mn-cs"/>
        </a:defRPr>
      </a:lvl6pPr>
      <a:lvl7pPr marL="3918270" algn="l" defTabSz="1306090" rtl="0" eaLnBrk="1" latinLnBrk="0" hangingPunct="1">
        <a:defRPr sz="2600" kern="1200">
          <a:solidFill>
            <a:schemeClr val="tx1"/>
          </a:solidFill>
          <a:latin typeface="+mn-lt"/>
          <a:ea typeface="+mn-ea"/>
          <a:cs typeface="+mn-cs"/>
        </a:defRPr>
      </a:lvl7pPr>
      <a:lvl8pPr marL="4571314" algn="l" defTabSz="1306090" rtl="0" eaLnBrk="1" latinLnBrk="0" hangingPunct="1">
        <a:defRPr sz="2600" kern="1200">
          <a:solidFill>
            <a:schemeClr val="tx1"/>
          </a:solidFill>
          <a:latin typeface="+mn-lt"/>
          <a:ea typeface="+mn-ea"/>
          <a:cs typeface="+mn-cs"/>
        </a:defRPr>
      </a:lvl8pPr>
      <a:lvl9pPr marL="5224359" algn="l" defTabSz="1306090" rtl="0" eaLnBrk="1" latinLnBrk="0" hangingPunct="1">
        <a:defRPr sz="2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3EC027-1E86-BE9A-D0FE-FC2AEDC6DA2A}"/>
              </a:ext>
            </a:extLst>
          </p:cNvPr>
          <p:cNvPicPr>
            <a:picLocks noChangeAspect="1"/>
          </p:cNvPicPr>
          <p:nvPr/>
        </p:nvPicPr>
        <p:blipFill>
          <a:blip r:embed="rId2"/>
          <a:stretch>
            <a:fillRect/>
          </a:stretch>
        </p:blipFill>
        <p:spPr>
          <a:xfrm>
            <a:off x="2316480" y="282223"/>
            <a:ext cx="9997439" cy="1478844"/>
          </a:xfrm>
          <a:prstGeom prst="rect">
            <a:avLst/>
          </a:prstGeom>
        </p:spPr>
      </p:pic>
      <p:sp>
        <p:nvSpPr>
          <p:cNvPr id="7" name="Title 1">
            <a:extLst>
              <a:ext uri="{FF2B5EF4-FFF2-40B4-BE49-F238E27FC236}">
                <a16:creationId xmlns:a16="http://schemas.microsoft.com/office/drawing/2014/main" id="{847481BD-0860-67D5-A2B8-86F7EE44BAC8}"/>
              </a:ext>
            </a:extLst>
          </p:cNvPr>
          <p:cNvSpPr txBox="1">
            <a:spLocks/>
          </p:cNvSpPr>
          <p:nvPr/>
        </p:nvSpPr>
        <p:spPr>
          <a:xfrm>
            <a:off x="2207568" y="3222399"/>
            <a:ext cx="10696612" cy="2428892"/>
          </a:xfrm>
          <a:prstGeom prst="rect">
            <a:avLst/>
          </a:prstGeom>
        </p:spPr>
        <p:txBody>
          <a:bodyPr vert="horz" lIns="91440" tIns="45720" rIns="91440" bIns="45720" rtlCol="0" anchor="b">
            <a:no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F0000"/>
                </a:solidFill>
                <a:effectLst/>
                <a:uLnTx/>
                <a:uFillTx/>
                <a:latin typeface="Tw Cen MT" pitchFamily="34" charset="0"/>
                <a:ea typeface="+mj-ea"/>
                <a:cs typeface="+mj-cs"/>
              </a:rPr>
              <a:t> </a:t>
            </a:r>
            <a:br>
              <a:rPr kumimoji="0" lang="en-US" sz="4400" b="0" i="0" u="none" strike="noStrike" kern="1200" cap="none" spc="0" normalizeH="0" baseline="0" noProof="0" dirty="0">
                <a:ln>
                  <a:noFill/>
                </a:ln>
                <a:solidFill>
                  <a:srgbClr val="FF0000"/>
                </a:solidFill>
                <a:effectLst/>
                <a:uLnTx/>
                <a:uFillTx/>
                <a:latin typeface="Tw Cen MT" pitchFamily="34" charset="0"/>
                <a:ea typeface="+mj-ea"/>
                <a:cs typeface="+mj-cs"/>
              </a:rPr>
            </a:br>
            <a:endParaRPr kumimoji="0" lang="en-IN" sz="4400" b="0" i="0" u="none" strike="noStrike" kern="1200" cap="none" spc="0" normalizeH="0" baseline="0" noProof="0" dirty="0">
              <a:ln>
                <a:noFill/>
              </a:ln>
              <a:effectLst/>
              <a:uLnTx/>
              <a:uFillTx/>
              <a:latin typeface="Tw Cen MT" pitchFamily="34" charset="0"/>
              <a:ea typeface="+mj-ea"/>
              <a:cs typeface="+mj-cs"/>
            </a:endParaRPr>
          </a:p>
        </p:txBody>
      </p:sp>
      <p:sp>
        <p:nvSpPr>
          <p:cNvPr id="10" name="TextBox 9">
            <a:extLst>
              <a:ext uri="{FF2B5EF4-FFF2-40B4-BE49-F238E27FC236}">
                <a16:creationId xmlns:a16="http://schemas.microsoft.com/office/drawing/2014/main" id="{18042678-2D8F-2CA5-AC27-425D06EE9A4A}"/>
              </a:ext>
            </a:extLst>
          </p:cNvPr>
          <p:cNvSpPr txBox="1"/>
          <p:nvPr/>
        </p:nvSpPr>
        <p:spPr>
          <a:xfrm>
            <a:off x="2316480" y="1484784"/>
            <a:ext cx="9997439" cy="584775"/>
          </a:xfrm>
          <a:prstGeom prst="rect">
            <a:avLst/>
          </a:prstGeom>
          <a:noFill/>
        </p:spPr>
        <p:txBody>
          <a:bodyPr wrap="square" rtlCol="0">
            <a:spAutoFit/>
          </a:bodyPr>
          <a:lstStyle/>
          <a:p>
            <a:pPr marL="0" indent="0" algn="ctr">
              <a:spcBef>
                <a:spcPts val="0"/>
              </a:spcBef>
              <a:spcAft>
                <a:spcPts val="0"/>
              </a:spcAft>
              <a:buNone/>
            </a:pPr>
            <a:r>
              <a:rPr lang="en-IN" sz="3200" b="1" i="1" dirty="0">
                <a:solidFill>
                  <a:schemeClr val="tx1">
                    <a:lumMod val="95000"/>
                    <a:lumOff val="5000"/>
                  </a:schemeClr>
                </a:solidFill>
              </a:rPr>
              <a:t>UPI TRANSITION ANALYSIS</a:t>
            </a:r>
          </a:p>
        </p:txBody>
      </p:sp>
      <p:sp>
        <p:nvSpPr>
          <p:cNvPr id="12" name="TextBox 11">
            <a:extLst>
              <a:ext uri="{FF2B5EF4-FFF2-40B4-BE49-F238E27FC236}">
                <a16:creationId xmlns:a16="http://schemas.microsoft.com/office/drawing/2014/main" id="{2C1545DC-7FF0-6A13-52C2-FB3E18DFE2D3}"/>
              </a:ext>
            </a:extLst>
          </p:cNvPr>
          <p:cNvSpPr txBox="1"/>
          <p:nvPr/>
        </p:nvSpPr>
        <p:spPr>
          <a:xfrm>
            <a:off x="4315200" y="4050000"/>
            <a:ext cx="6000000" cy="461665"/>
          </a:xfrm>
          <a:prstGeom prst="rect">
            <a:avLst/>
          </a:prstGeom>
          <a:noFill/>
        </p:spPr>
        <p:txBody>
          <a:bodyPr wrap="square" rtlCol="0">
            <a:spAutoFit/>
          </a:bodyPr>
          <a:lstStyle/>
          <a:p>
            <a:pPr marL="0" indent="0" algn="ctr">
              <a:spcBef>
                <a:spcPts val="0"/>
              </a:spcBef>
              <a:spcAft>
                <a:spcPts val="0"/>
              </a:spcAft>
              <a:buNone/>
            </a:pPr>
            <a:r>
              <a:rPr lang="en-US" sz="2400" b="1" dirty="0">
                <a:solidFill>
                  <a:schemeClr val="tx1">
                    <a:lumMod val="95000"/>
                    <a:lumOff val="5000"/>
                  </a:schemeClr>
                </a:solidFill>
              </a:rPr>
              <a:t>P</a:t>
            </a:r>
            <a:r>
              <a:rPr lang="en-IN" sz="2400" b="1" dirty="0">
                <a:solidFill>
                  <a:schemeClr val="tx1">
                    <a:lumMod val="95000"/>
                    <a:lumOff val="5000"/>
                  </a:schemeClr>
                </a:solidFill>
              </a:rPr>
              <a:t>RESENTED BY</a:t>
            </a:r>
          </a:p>
        </p:txBody>
      </p:sp>
      <p:sp>
        <p:nvSpPr>
          <p:cNvPr id="14" name="TextBox 13">
            <a:extLst>
              <a:ext uri="{FF2B5EF4-FFF2-40B4-BE49-F238E27FC236}">
                <a16:creationId xmlns:a16="http://schemas.microsoft.com/office/drawing/2014/main" id="{76FAE966-D8CF-B1C6-0BDF-81DD43CBBAA3}"/>
              </a:ext>
            </a:extLst>
          </p:cNvPr>
          <p:cNvSpPr txBox="1"/>
          <p:nvPr/>
        </p:nvSpPr>
        <p:spPr>
          <a:xfrm>
            <a:off x="3565200" y="4800000"/>
            <a:ext cx="8400000" cy="2100000"/>
          </a:xfrm>
          <a:prstGeom prst="rect">
            <a:avLst/>
          </a:prstGeom>
          <a:noFill/>
        </p:spPr>
        <p:txBody>
          <a:bodyPr wrap="square" rtlCol="0">
            <a:spAutoFit/>
          </a:bodyPr>
          <a:lstStyle/>
          <a:p>
            <a:pPr marL="457200" indent="-457200" algn="l">
              <a:lnSpc>
                <a:spcPct val="100000"/>
              </a:lnSpc>
              <a:spcBef>
                <a:spcPts val="0"/>
              </a:spcBef>
              <a:spcAft>
                <a:spcPts val="1200"/>
              </a:spcAft>
              <a:buFont typeface="Wingdings" panose="05000000000000000000" pitchFamily="2" charset="2"/>
              <a:buChar char="Ø"/>
              <a:tabLst>
                <a:tab pos="5200000" algn="l"/>
              </a:tabLst>
            </a:pPr>
            <a:r>
              <a:rPr lang="en-IN" sz="2400" b="1" dirty="0"/>
              <a:t>1. T . Manoj Reddy	- 25B11CS946</a:t>
            </a:r>
          </a:p>
          <a:p>
            <a:pPr marL="457200" indent="-457200" algn="l">
              <a:lnSpc>
                <a:spcPct val="100000"/>
              </a:lnSpc>
              <a:spcBef>
                <a:spcPts val="0"/>
              </a:spcBef>
              <a:spcAft>
                <a:spcPts val="1200"/>
              </a:spcAft>
              <a:buFont typeface="Wingdings" panose="05000000000000000000" pitchFamily="2" charset="2"/>
              <a:buChar char="Ø"/>
              <a:tabLst>
                <a:tab pos="5200000" algn="l"/>
              </a:tabLst>
            </a:pPr>
            <a:r>
              <a:rPr lang="en-IN" sz="2400" b="1" dirty="0"/>
              <a:t>2. K . Sri Sai Surya Manikanta	- 25B11CS002</a:t>
            </a:r>
            <a:endParaRPr lang="en-IN" sz="2400" dirty="0"/>
          </a:p>
          <a:p>
            <a:pPr marL="457200" indent="-457200" algn="l">
              <a:lnSpc>
                <a:spcPct val="100000"/>
              </a:lnSpc>
              <a:spcBef>
                <a:spcPts val="0"/>
              </a:spcBef>
              <a:spcAft>
                <a:spcPts val="1200"/>
              </a:spcAft>
              <a:buFont typeface="Wingdings" panose="05000000000000000000" pitchFamily="2" charset="2"/>
              <a:buChar char="Ø"/>
              <a:tabLst>
                <a:tab pos="5200000" algn="l"/>
              </a:tabLst>
            </a:pPr>
            <a:r>
              <a:rPr lang="en-IN" sz="2400" b="1" dirty="0"/>
              <a:t>3. Sana Jaswanthi	- 25B11CS845</a:t>
            </a:r>
          </a:p>
          <a:p>
            <a:pPr marL="457200" indent="-457200" algn="l">
              <a:lnSpc>
                <a:spcPct val="100000"/>
              </a:lnSpc>
              <a:spcBef>
                <a:spcPts val="0"/>
              </a:spcBef>
              <a:spcAft>
                <a:spcPts val="1200"/>
              </a:spcAft>
              <a:buFont typeface="Wingdings" panose="05000000000000000000" pitchFamily="2" charset="2"/>
              <a:buChar char="Ø"/>
              <a:tabLst>
                <a:tab pos="5200000" algn="l"/>
              </a:tabLst>
            </a:pPr>
            <a:r>
              <a:rPr lang="en-IN" sz="2400" b="1" dirty="0"/>
              <a:t>4. A . Divija Naga Sai Teja Sri	- 25B11CS005</a:t>
            </a:r>
            <a:endParaRPr lang="en-IN" sz="2400" dirty="0"/>
          </a:p>
        </p:txBody>
      </p:sp>
      <p:sp>
        <p:nvSpPr>
          <p:cNvPr id="16" name="TextBox 15">
            <a:extLst>
              <a:ext uri="{FF2B5EF4-FFF2-40B4-BE49-F238E27FC236}">
                <a16:creationId xmlns:a16="http://schemas.microsoft.com/office/drawing/2014/main" id="{7B0AF462-F18F-6C6A-6CD7-A26C92A4FEEB}"/>
              </a:ext>
            </a:extLst>
          </p:cNvPr>
          <p:cNvSpPr txBox="1"/>
          <p:nvPr/>
        </p:nvSpPr>
        <p:spPr>
          <a:xfrm>
            <a:off x="4315200" y="3250000"/>
            <a:ext cx="6000000" cy="584775"/>
          </a:xfrm>
          <a:prstGeom prst="rect">
            <a:avLst/>
          </a:prstGeom>
          <a:noFill/>
        </p:spPr>
        <p:txBody>
          <a:bodyPr wrap="square">
            <a:spAutoFit/>
          </a:bodyPr>
          <a:lstStyle/>
          <a:p>
            <a:pPr marL="0" indent="0" algn="ctr">
              <a:spcBef>
                <a:spcPts val="0"/>
              </a:spcBef>
              <a:spcAft>
                <a:spcPts val="0"/>
              </a:spcAft>
              <a:buNone/>
            </a:pPr>
            <a:r>
              <a:rPr lang="en-US" sz="3200" b="1" dirty="0">
                <a:solidFill>
                  <a:srgbClr val="FF0000"/>
                </a:solidFill>
                <a:ea typeface="Calibri"/>
              </a:rPr>
              <a:t>TEAM MEMBERS:</a:t>
            </a:r>
          </a:p>
        </p:txBody>
      </p:sp>
    </p:spTree>
    <p:extLst>
      <p:ext uri="{BB962C8B-B14F-4D97-AF65-F5344CB8AC3E}">
        <p14:creationId xmlns:p14="http://schemas.microsoft.com/office/powerpoint/2010/main" val="2080998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16385" name="Rectangle 1"/>
          <p:cNvSpPr>
            <a:spLocks noChangeArrowheads="1"/>
          </p:cNvSpPr>
          <p:nvPr/>
        </p:nvSpPr>
        <p:spPr bwMode="auto">
          <a:xfrm>
            <a:off x="1710136" y="2700415"/>
            <a:ext cx="6635466" cy="461665"/>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1" fontAlgn="base" latinLnBrk="0" hangingPunct="1">
              <a:lnSpc>
                <a:spcPct val="100000"/>
              </a:lnSpc>
              <a:spcBef>
                <a:spcPct val="0"/>
              </a:spcBef>
              <a:spcAft>
                <a:spcPct val="0"/>
              </a:spcAft>
              <a:buClrTx/>
              <a:buSzTx/>
              <a:buFont typeface="Wingdings"/>
              <a:buChar char="v"/>
              <a:tabLst/>
            </a:pPr>
            <a:endParaRPr lang="en-US" sz="2400" b="0" i="0" u="none" strike="noStrike" cap="none" normalizeH="0" baseline="0" dirty="0">
              <a:ln>
                <a:noFill/>
              </a:ln>
              <a:solidFill>
                <a:schemeClr val="tx1"/>
              </a:solidFill>
              <a:effectLst/>
              <a:latin typeface="Arial" pitchFamily="34" charset="0"/>
              <a:cs typeface="Arial" pitchFamily="34" charset="0"/>
            </a:endParaRPr>
          </a:p>
        </p:txBody>
      </p:sp>
      <p:pic>
        <p:nvPicPr>
          <p:cNvPr id="7" name="Picture 6">
            <a:extLst>
              <a:ext uri="{FF2B5EF4-FFF2-40B4-BE49-F238E27FC236}">
                <a16:creationId xmlns:a16="http://schemas.microsoft.com/office/drawing/2014/main" id="{48314A47-BF3D-689D-7345-06953CF4F6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882" y="148545"/>
            <a:ext cx="2237298" cy="830996"/>
          </a:xfrm>
          <a:prstGeom prst="rect">
            <a:avLst/>
          </a:prstGeom>
        </p:spPr>
      </p:pic>
      <p:sp>
        <p:nvSpPr>
          <p:cNvPr id="4" name="TextBox 3">
            <a:extLst>
              <a:ext uri="{FF2B5EF4-FFF2-40B4-BE49-F238E27FC236}">
                <a16:creationId xmlns:a16="http://schemas.microsoft.com/office/drawing/2014/main" id="{F0F5A45B-C7CE-3B30-C0E8-E8EB6CFFAD0A}"/>
              </a:ext>
            </a:extLst>
          </p:cNvPr>
          <p:cNvSpPr txBox="1"/>
          <p:nvPr/>
        </p:nvSpPr>
        <p:spPr>
          <a:xfrm>
            <a:off x="1000000" y="1450000"/>
            <a:ext cx="12630400" cy="4900000"/>
          </a:xfrm>
          <a:prstGeom prst="rect">
            <a:avLst/>
          </a:prstGeom>
          <a:noFill/>
        </p:spPr>
        <p:txBody>
          <a:bodyPr wrap="square" rtlCol="0">
            <a:spAutoFit/>
          </a:bodyPr>
          <a:lstStyle/>
          <a:p>
            <a:pPr marL="0" lvl="0" indent="0" algn="just">
              <a:lnSpc>
                <a:spcPct val="110000"/>
              </a:lnSpc>
              <a:spcBef>
                <a:spcPts val="0"/>
              </a:spcBef>
              <a:spcAft>
                <a:spcPts val="0"/>
              </a:spcAft>
              <a:buNone/>
            </a:pPr>
            <a:r>
              <a:rPr lang="en-US" sz="3000" dirty="0"/>
              <a:t>The rapid growth of Unified Payments Interface (UPI) has resulted in a massive volume of digital transaction data, making it difficult to manually identify customer spending patterns, transaction trends, and payment behavior. Businesses, merchants, and banks require data-driven insights to better understand transaction activity and improve decision-making. This project analyzes the </a:t>
            </a:r>
            <a:r>
              <a:rPr lang="en-US" sz="3000" b="1" dirty="0"/>
              <a:t>UPI Transactions 2024</a:t>
            </a:r>
            <a:r>
              <a:rPr lang="en-US" sz="3000" dirty="0"/>
              <a:t> dataset using data analytics techniques to study transaction patterns, merchant category spending, bank-wise transaction distribution, regional payment trends, transaction success rates, and fraud occurrences. The insights generated help transform raw transaction data into meaningful business information that supports informed decision-making.</a:t>
            </a:r>
            <a:endParaRPr lang="en-IN" sz="3000" dirty="0"/>
          </a:p>
        </p:txBody>
      </p:sp>
      <p:sp>
        <p:nvSpPr>
          <p:cNvPr id="5" name="Slide Number Placeholder 3">
            <a:extLst>
              <a:ext uri="{FF2B5EF4-FFF2-40B4-BE49-F238E27FC236}">
                <a16:creationId xmlns:a16="http://schemas.microsoft.com/office/drawing/2014/main" id="{2601EF1D-E746-71A1-2E9A-BAFA6FB73CCD}"/>
              </a:ext>
            </a:extLst>
          </p:cNvPr>
          <p:cNvSpPr txBox="1">
            <a:spLocks/>
          </p:cNvSpPr>
          <p:nvPr/>
        </p:nvSpPr>
        <p:spPr>
          <a:xfrm>
            <a:off x="12549064" y="7650000"/>
            <a:ext cx="108133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26EF2E3-409D-4D76-AD02-397A36B0DAF9}" type="slidenum">
              <a:rPr lang="en-US" sz="1600" smtClean="0"/>
              <a:t>2</a:t>
            </a:fld>
            <a:endParaRPr lang="en-US" sz="1600" dirty="0"/>
          </a:p>
        </p:txBody>
      </p:sp>
      <p:sp>
        <p:nvSpPr>
          <p:cNvPr id="6" name="TextBox 5">
            <a:extLst>
              <a:ext uri="{FF2B5EF4-FFF2-40B4-BE49-F238E27FC236}">
                <a16:creationId xmlns:a16="http://schemas.microsoft.com/office/drawing/2014/main" id="{51CB47D7-25BF-1CC9-B77F-7F400FE8280F}"/>
              </a:ext>
            </a:extLst>
          </p:cNvPr>
          <p:cNvSpPr txBox="1"/>
          <p:nvPr/>
        </p:nvSpPr>
        <p:spPr>
          <a:xfrm>
            <a:off x="2915200" y="183000"/>
            <a:ext cx="8800000" cy="769441"/>
          </a:xfrm>
          <a:prstGeom prst="rect">
            <a:avLst/>
          </a:prstGeom>
          <a:noFill/>
        </p:spPr>
        <p:txBody>
          <a:bodyPr wrap="square" rtlCol="0">
            <a:spAutoFit/>
          </a:bodyPr>
          <a:lstStyle/>
          <a:p>
            <a:pPr marL="0" indent="0" algn="ctr">
              <a:spcBef>
                <a:spcPts val="0"/>
              </a:spcBef>
              <a:spcAft>
                <a:spcPts val="0"/>
              </a:spcAft>
              <a:buNone/>
            </a:pPr>
            <a:r>
              <a:rPr lang="en-IN" sz="4400" b="1" dirty="0">
                <a:solidFill>
                  <a:schemeClr val="accent2"/>
                </a:solidFill>
              </a:rPr>
              <a:t>Problem Statement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2F4A55A7-3D59-C616-D9BA-13970B8928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882" y="148545"/>
            <a:ext cx="2237298" cy="830996"/>
          </a:xfrm>
          <a:prstGeom prst="rect">
            <a:avLst/>
          </a:prstGeom>
        </p:spPr>
      </p:pic>
      <p:sp>
        <p:nvSpPr>
          <p:cNvPr id="4" name="TextBox 3">
            <a:extLst>
              <a:ext uri="{FF2B5EF4-FFF2-40B4-BE49-F238E27FC236}">
                <a16:creationId xmlns:a16="http://schemas.microsoft.com/office/drawing/2014/main" id="{E548EE40-2476-E73B-B6A6-E24DAF2D066B}"/>
              </a:ext>
            </a:extLst>
          </p:cNvPr>
          <p:cNvSpPr txBox="1"/>
          <p:nvPr/>
        </p:nvSpPr>
        <p:spPr>
          <a:xfrm>
            <a:off x="1000000" y="1450000"/>
            <a:ext cx="12630400" cy="4600000"/>
          </a:xfrm>
          <a:prstGeom prst="rect">
            <a:avLst/>
          </a:prstGeom>
          <a:noFill/>
        </p:spPr>
        <p:txBody>
          <a:bodyPr wrap="square" rtlCol="0">
            <a:spAutoFit/>
          </a:bodyPr>
          <a:lstStyle/>
          <a:p>
            <a:pPr marL="457200" lvl="0" indent="-457200" algn="l">
              <a:lnSpc>
                <a:spcPct val="100000"/>
              </a:lnSpc>
              <a:spcBef>
                <a:spcPts val="0"/>
              </a:spcBef>
              <a:spcAft>
                <a:spcPts val="2000"/>
              </a:spcAft>
              <a:buFont typeface="Wingdings" panose="05000000000000000000" pitchFamily="2" charset="2"/>
              <a:buChar char="Ø"/>
            </a:pPr>
            <a:r>
              <a:rPr lang="en-US" sz="3000" dirty="0"/>
              <a:t>Analyze UPI transaction data using Python.</a:t>
            </a:r>
          </a:p>
          <a:p>
            <a:pPr marL="457200" lvl="0" indent="-457200" algn="l">
              <a:lnSpc>
                <a:spcPct val="100000"/>
              </a:lnSpc>
              <a:spcBef>
                <a:spcPts val="0"/>
              </a:spcBef>
              <a:spcAft>
                <a:spcPts val="2000"/>
              </a:spcAft>
              <a:buFont typeface="Wingdings" panose="05000000000000000000" pitchFamily="2" charset="2"/>
              <a:buChar char="Ø"/>
            </a:pPr>
            <a:r>
              <a:rPr lang="en-US" sz="3000" dirty="0"/>
              <a:t>Clean and preprocess the transaction dataset.</a:t>
            </a:r>
          </a:p>
          <a:p>
            <a:pPr marL="457200" lvl="0" indent="-457200" algn="l">
              <a:lnSpc>
                <a:spcPct val="100000"/>
              </a:lnSpc>
              <a:spcBef>
                <a:spcPts val="0"/>
              </a:spcBef>
              <a:spcAft>
                <a:spcPts val="2000"/>
              </a:spcAft>
              <a:buFont typeface="Wingdings" panose="05000000000000000000" pitchFamily="2" charset="2"/>
              <a:buChar char="Ø"/>
            </a:pPr>
            <a:r>
              <a:rPr lang="en-US" sz="3000" dirty="0"/>
              <a:t>Study customer spending across different merchant categories.</a:t>
            </a:r>
          </a:p>
          <a:p>
            <a:pPr marL="457200" lvl="0" indent="-457200" algn="l">
              <a:lnSpc>
                <a:spcPct val="100000"/>
              </a:lnSpc>
              <a:spcBef>
                <a:spcPts val="0"/>
              </a:spcBef>
              <a:spcAft>
                <a:spcPts val="2000"/>
              </a:spcAft>
              <a:buFont typeface="Wingdings" panose="05000000000000000000" pitchFamily="2" charset="2"/>
              <a:buChar char="Ø"/>
            </a:pPr>
            <a:r>
              <a:rPr lang="en-US" sz="3000" dirty="0"/>
              <a:t>Analyze bank-wise, state-wise, and time-based transaction patterns.</a:t>
            </a:r>
          </a:p>
          <a:p>
            <a:pPr marL="457200" lvl="0" indent="-457200" algn="l">
              <a:lnSpc>
                <a:spcPct val="100000"/>
              </a:lnSpc>
              <a:spcBef>
                <a:spcPts val="0"/>
              </a:spcBef>
              <a:spcAft>
                <a:spcPts val="2000"/>
              </a:spcAft>
              <a:buFont typeface="Wingdings" panose="05000000000000000000" pitchFamily="2" charset="2"/>
              <a:buChar char="Ø"/>
            </a:pPr>
            <a:r>
              <a:rPr lang="en-US" sz="3000" dirty="0"/>
              <a:t>Examine transaction success rates and fraud occurrences.</a:t>
            </a:r>
          </a:p>
          <a:p>
            <a:pPr marL="457200" lvl="0" indent="-457200" algn="l">
              <a:lnSpc>
                <a:spcPct val="100000"/>
              </a:lnSpc>
              <a:spcBef>
                <a:spcPts val="0"/>
              </a:spcBef>
              <a:spcAft>
                <a:spcPts val="2000"/>
              </a:spcAft>
              <a:buFont typeface="Wingdings" panose="05000000000000000000" pitchFamily="2" charset="2"/>
              <a:buChar char="Ø"/>
            </a:pPr>
            <a:r>
              <a:rPr lang="en-US" sz="3000" dirty="0"/>
              <a:t>Generate meaningful business insights through data visualization.</a:t>
            </a:r>
          </a:p>
        </p:txBody>
      </p:sp>
      <p:sp>
        <p:nvSpPr>
          <p:cNvPr id="7" name="TextBox 6">
            <a:extLst>
              <a:ext uri="{FF2B5EF4-FFF2-40B4-BE49-F238E27FC236}">
                <a16:creationId xmlns:a16="http://schemas.microsoft.com/office/drawing/2014/main" id="{37A91FC9-5EED-B26C-8EBC-9AC7A44CF87A}"/>
              </a:ext>
            </a:extLst>
          </p:cNvPr>
          <p:cNvSpPr txBox="1"/>
          <p:nvPr/>
        </p:nvSpPr>
        <p:spPr>
          <a:xfrm>
            <a:off x="2915200" y="183000"/>
            <a:ext cx="8800000" cy="769441"/>
          </a:xfrm>
          <a:prstGeom prst="rect">
            <a:avLst/>
          </a:prstGeom>
          <a:noFill/>
        </p:spPr>
        <p:txBody>
          <a:bodyPr wrap="square">
            <a:spAutoFit/>
          </a:bodyPr>
          <a:lstStyle/>
          <a:p>
            <a:pPr marL="0" indent="0" algn="ctr">
              <a:spcBef>
                <a:spcPts val="0"/>
              </a:spcBef>
              <a:spcAft>
                <a:spcPts val="0"/>
              </a:spcAft>
              <a:buNone/>
            </a:pPr>
            <a:r>
              <a:rPr lang="en-IN" sz="4400" b="1" dirty="0">
                <a:solidFill>
                  <a:schemeClr val="accent2"/>
                </a:solidFill>
              </a:rPr>
              <a:t>Objectives</a:t>
            </a:r>
            <a:endParaRPr lang="en-IN" sz="4400" b="1" u="sng" dirty="0">
              <a:solidFill>
                <a:schemeClr val="accen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7700" y="445294"/>
            <a:ext cx="10957278" cy="506016"/>
          </a:xfrm>
          <a:prstGeom prst="rect">
            <a:avLst/>
          </a:prstGeom>
          <a:noFill/>
          <a:ln/>
        </p:spPr>
        <p:txBody>
          <a:bodyPr wrap="none" lIns="0" tIns="0" rIns="0" bIns="0" rtlCol="0" anchor="t"/>
          <a:lstStyle/>
          <a:p>
            <a:pPr marL="0" indent="0" algn="ctr">
              <a:lnSpc>
                <a:spcPts val="3950"/>
              </a:lnSpc>
              <a:buNone/>
            </a:pPr>
            <a:endParaRPr lang="en-US" sz="3150" dirty="0">
              <a:solidFill>
                <a:srgbClr val="1B1B27"/>
              </a:solidFill>
              <a:latin typeface="Alexandria"/>
              <a:cs typeface="Alexandria"/>
            </a:endParaRPr>
          </a:p>
        </p:txBody>
      </p:sp>
      <p:sp>
        <p:nvSpPr>
          <p:cNvPr id="5" name="TextBox 4">
            <a:extLst>
              <a:ext uri="{FF2B5EF4-FFF2-40B4-BE49-F238E27FC236}">
                <a16:creationId xmlns:a16="http://schemas.microsoft.com/office/drawing/2014/main" id="{37624D9D-ADB9-0CA9-0FD6-743BC4F59B96}"/>
              </a:ext>
            </a:extLst>
          </p:cNvPr>
          <p:cNvSpPr txBox="1"/>
          <p:nvPr/>
        </p:nvSpPr>
        <p:spPr>
          <a:xfrm>
            <a:off x="2915200" y="183000"/>
            <a:ext cx="8800000" cy="769441"/>
          </a:xfrm>
          <a:prstGeom prst="rect">
            <a:avLst/>
          </a:prstGeom>
          <a:noFill/>
        </p:spPr>
        <p:txBody>
          <a:bodyPr wrap="square" rtlCol="0">
            <a:spAutoFit/>
          </a:bodyPr>
          <a:lstStyle/>
          <a:p>
            <a:pPr marL="0" indent="0" algn="ctr">
              <a:spcBef>
                <a:spcPts val="0"/>
              </a:spcBef>
              <a:spcAft>
                <a:spcPts val="0"/>
              </a:spcAft>
              <a:buNone/>
            </a:pPr>
            <a:r>
              <a:rPr lang="en-IN" sz="4400" b="1" dirty="0">
                <a:solidFill>
                  <a:schemeClr val="accent2"/>
                </a:solidFill>
              </a:rPr>
              <a:t>DATASET DETAILS</a:t>
            </a:r>
          </a:p>
        </p:txBody>
      </p:sp>
      <p:sp>
        <p:nvSpPr>
          <p:cNvPr id="6" name="TextBox 5">
            <a:extLst>
              <a:ext uri="{FF2B5EF4-FFF2-40B4-BE49-F238E27FC236}">
                <a16:creationId xmlns:a16="http://schemas.microsoft.com/office/drawing/2014/main" id="{980F0D27-279D-4552-AF33-4C278AD7478C}"/>
              </a:ext>
            </a:extLst>
          </p:cNvPr>
          <p:cNvSpPr txBox="1"/>
          <p:nvPr/>
        </p:nvSpPr>
        <p:spPr>
          <a:xfrm>
            <a:off x="1000000" y="1450000"/>
            <a:ext cx="12630400" cy="5791329"/>
          </a:xfrm>
          <a:prstGeom prst="rect">
            <a:avLst/>
          </a:prstGeom>
          <a:noFill/>
        </p:spPr>
        <p:txBody>
          <a:bodyPr wrap="square">
            <a:spAutoFit/>
          </a:bodyPr>
          <a:lstStyle/>
          <a:p>
            <a:pPr marL="457200" lvl="0" indent="-457200" algn="l">
              <a:lnSpc>
                <a:spcPct val="100000"/>
              </a:lnSpc>
              <a:spcBef>
                <a:spcPts val="0"/>
              </a:spcBef>
              <a:spcAft>
                <a:spcPts val="1000"/>
              </a:spcAft>
              <a:buFont typeface="Wingdings" panose="05000000000000000000" pitchFamily="2" charset="2"/>
              <a:buChar char="v"/>
            </a:pPr>
            <a:r>
              <a:rPr lang="en-US" sz="2600" b="1" dirty="0"/>
              <a:t>Dataset:</a:t>
            </a:r>
            <a:r>
              <a:rPr lang="en-US" sz="2600" dirty="0"/>
              <a:t> UPI Transactions 2024 Dataset (Kaggle)</a:t>
            </a:r>
          </a:p>
          <a:p>
            <a:pPr marL="457200" lvl="0" indent="-457200" algn="l">
              <a:lnSpc>
                <a:spcPct val="100000"/>
              </a:lnSpc>
              <a:spcBef>
                <a:spcPts val="0"/>
              </a:spcBef>
              <a:spcAft>
                <a:spcPts val="1000"/>
              </a:spcAft>
              <a:buFont typeface="Wingdings" panose="05000000000000000000" pitchFamily="2" charset="2"/>
              <a:buChar char="v"/>
            </a:pPr>
            <a:r>
              <a:rPr lang="en-US" sz="2600" b="1" dirty="0"/>
              <a:t>Dataset Size:</a:t>
            </a:r>
            <a:r>
              <a:rPr lang="en-US" sz="2600" dirty="0"/>
              <a:t> Approximately </a:t>
            </a:r>
            <a:r>
              <a:rPr lang="en-US" sz="2600" b="1" dirty="0"/>
              <a:t>250,000 synthetic UPI transaction records</a:t>
            </a:r>
            <a:r>
              <a:rPr lang="en-US" sz="2600" dirty="0"/>
              <a:t> </a:t>
            </a:r>
            <a:r>
              <a:rPr lang="en-US" sz="2600"/>
              <a:t>with </a:t>
            </a:r>
            <a:r>
              <a:rPr lang="en-US" sz="2600" b="1" dirty="0"/>
              <a:t>2</a:t>
            </a:r>
            <a:r>
              <a:rPr lang="en-US" sz="2600" b="1"/>
              <a:t>7 </a:t>
            </a:r>
            <a:r>
              <a:rPr lang="en-US" sz="2600" b="1" dirty="0"/>
              <a:t>attributes</a:t>
            </a:r>
            <a:r>
              <a:rPr lang="en-US" sz="2600" dirty="0"/>
              <a:t>.</a:t>
            </a:r>
          </a:p>
          <a:p>
            <a:pPr marL="457200" lvl="0" indent="-457200" algn="l">
              <a:lnSpc>
                <a:spcPct val="100000"/>
              </a:lnSpc>
              <a:spcBef>
                <a:spcPts val="0"/>
              </a:spcBef>
              <a:spcAft>
                <a:spcPts val="1000"/>
              </a:spcAft>
              <a:buFont typeface="Wingdings" panose="05000000000000000000" pitchFamily="2" charset="2"/>
              <a:buChar char="v"/>
            </a:pPr>
            <a:r>
              <a:rPr lang="en-US" sz="2600" b="1" dirty="0"/>
              <a:t>Transaction Details:</a:t>
            </a:r>
            <a:r>
              <a:rPr lang="en-US" sz="2600" dirty="0"/>
              <a:t> Transaction ID, Timestamp, Transaction Type, Merchant Category, Transaction Amount and Transaction Status.</a:t>
            </a:r>
          </a:p>
          <a:p>
            <a:pPr marL="457200" lvl="0" indent="-457200" algn="l">
              <a:lnSpc>
                <a:spcPct val="100000"/>
              </a:lnSpc>
              <a:spcBef>
                <a:spcPts val="0"/>
              </a:spcBef>
              <a:spcAft>
                <a:spcPts val="1000"/>
              </a:spcAft>
              <a:buFont typeface="Wingdings" panose="05000000000000000000" pitchFamily="2" charset="2"/>
              <a:buChar char="v"/>
            </a:pPr>
            <a:r>
              <a:rPr lang="en-US" sz="2600" b="1" dirty="0"/>
              <a:t>Bank &amp; User Information:</a:t>
            </a:r>
            <a:r>
              <a:rPr lang="en-US" sz="2600" dirty="0"/>
              <a:t> Sender Bank, Receiver Bank, Sender State, Sender and Receiver Age Groups.</a:t>
            </a:r>
          </a:p>
          <a:p>
            <a:pPr marL="457200" lvl="0" indent="-457200" algn="l">
              <a:lnSpc>
                <a:spcPct val="100000"/>
              </a:lnSpc>
              <a:spcBef>
                <a:spcPts val="0"/>
              </a:spcBef>
              <a:spcAft>
                <a:spcPts val="1000"/>
              </a:spcAft>
              <a:buFont typeface="Wingdings" panose="05000000000000000000" pitchFamily="2" charset="2"/>
              <a:buChar char="v"/>
            </a:pPr>
            <a:r>
              <a:rPr lang="en-US" sz="2600" b="1" dirty="0"/>
              <a:t>Technology Details:</a:t>
            </a:r>
            <a:r>
              <a:rPr lang="en-US" sz="2600" dirty="0"/>
              <a:t> Device Type and Network Type used for transactions.</a:t>
            </a:r>
          </a:p>
          <a:p>
            <a:pPr marL="457200" lvl="0" indent="-457200" algn="l">
              <a:lnSpc>
                <a:spcPct val="100000"/>
              </a:lnSpc>
              <a:spcBef>
                <a:spcPts val="0"/>
              </a:spcBef>
              <a:spcAft>
                <a:spcPts val="1000"/>
              </a:spcAft>
              <a:buFont typeface="Wingdings" panose="05000000000000000000" pitchFamily="2" charset="2"/>
              <a:buChar char="v"/>
            </a:pPr>
            <a:r>
              <a:rPr lang="en-US" sz="2600" b="1" dirty="0"/>
              <a:t>Fraud Information:</a:t>
            </a:r>
            <a:r>
              <a:rPr lang="en-US" sz="2600" dirty="0"/>
              <a:t> Fraud Flag identifying potentially fraudulent transactions.</a:t>
            </a:r>
          </a:p>
          <a:p>
            <a:pPr marL="457200" lvl="0" indent="-457200" algn="l">
              <a:lnSpc>
                <a:spcPct val="100000"/>
              </a:lnSpc>
              <a:spcBef>
                <a:spcPts val="0"/>
              </a:spcBef>
              <a:spcAft>
                <a:spcPts val="1000"/>
              </a:spcAft>
              <a:buFont typeface="Wingdings" panose="05000000000000000000" pitchFamily="2" charset="2"/>
              <a:buChar char="v"/>
            </a:pPr>
            <a:r>
              <a:rPr lang="en-US" sz="2600" b="1" dirty="0"/>
              <a:t>Time-Based Features:</a:t>
            </a:r>
            <a:r>
              <a:rPr lang="en-US" sz="2600" dirty="0"/>
              <a:t> Transaction Hour, Day of Week and Weekend Indicator.</a:t>
            </a:r>
          </a:p>
          <a:p>
            <a:pPr marL="457200" lvl="0" indent="-457200" algn="l">
              <a:lnSpc>
                <a:spcPct val="100000"/>
              </a:lnSpc>
              <a:spcBef>
                <a:spcPts val="0"/>
              </a:spcBef>
              <a:spcAft>
                <a:spcPts val="1000"/>
              </a:spcAft>
              <a:buFont typeface="Wingdings" panose="05000000000000000000" pitchFamily="2" charset="2"/>
              <a:buChar char="v"/>
            </a:pPr>
            <a:r>
              <a:rPr lang="en-US" sz="2600" b="1" dirty="0"/>
              <a:t>Purpose:</a:t>
            </a:r>
            <a:r>
              <a:rPr lang="en-US" sz="2600" dirty="0"/>
              <a:t> Suitable for customer spending analysis, transaction pattern analysis, fraud analysis, and business insight generation.</a:t>
            </a:r>
          </a:p>
        </p:txBody>
      </p:sp>
      <p:pic>
        <p:nvPicPr>
          <p:cNvPr id="4" name="Picture 3">
            <a:extLst>
              <a:ext uri="{FF2B5EF4-FFF2-40B4-BE49-F238E27FC236}">
                <a16:creationId xmlns:a16="http://schemas.microsoft.com/office/drawing/2014/main" id="{8184E000-B883-8D87-AFE8-1CF8AA7B6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882" y="148545"/>
            <a:ext cx="2237298" cy="8309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1D865E-A699-E9C3-D235-A7D62173C5E3}"/>
              </a:ext>
            </a:extLst>
          </p:cNvPr>
          <p:cNvSpPr txBox="1">
            <a:spLocks/>
          </p:cNvSpPr>
          <p:nvPr/>
        </p:nvSpPr>
        <p:spPr>
          <a:xfrm>
            <a:off x="12549064" y="7650000"/>
            <a:ext cx="108133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26EF2E3-409D-4D76-AD02-397A36B0DAF9}" type="slidenum">
              <a:rPr lang="en-US" sz="1600" smtClean="0"/>
              <a:t>5</a:t>
            </a:fld>
            <a:endParaRPr lang="en-US" sz="1600" dirty="0"/>
          </a:p>
        </p:txBody>
      </p:sp>
      <p:sp>
        <p:nvSpPr>
          <p:cNvPr id="5" name="TextBox 4">
            <a:extLst>
              <a:ext uri="{FF2B5EF4-FFF2-40B4-BE49-F238E27FC236}">
                <a16:creationId xmlns:a16="http://schemas.microsoft.com/office/drawing/2014/main" id="{2075493E-2641-32E2-3C72-4BE2FBEBE764}"/>
              </a:ext>
            </a:extLst>
          </p:cNvPr>
          <p:cNvSpPr txBox="1"/>
          <p:nvPr/>
        </p:nvSpPr>
        <p:spPr>
          <a:xfrm>
            <a:off x="2915200" y="183000"/>
            <a:ext cx="8800000" cy="769441"/>
          </a:xfrm>
          <a:prstGeom prst="rect">
            <a:avLst/>
          </a:prstGeom>
          <a:noFill/>
        </p:spPr>
        <p:txBody>
          <a:bodyPr wrap="square" rtlCol="0">
            <a:spAutoFit/>
          </a:bodyPr>
          <a:lstStyle/>
          <a:p>
            <a:pPr marL="0" indent="0" algn="ctr">
              <a:spcBef>
                <a:spcPts val="0"/>
              </a:spcBef>
              <a:spcAft>
                <a:spcPts val="0"/>
              </a:spcAft>
              <a:buNone/>
            </a:pPr>
            <a:r>
              <a:rPr lang="en-IN" sz="4400" b="1" dirty="0">
                <a:solidFill>
                  <a:schemeClr val="accent2"/>
                </a:solidFill>
              </a:rPr>
              <a:t>System Requirements</a:t>
            </a:r>
          </a:p>
        </p:txBody>
      </p:sp>
      <p:sp>
        <p:nvSpPr>
          <p:cNvPr id="6" name="TextBox 5">
            <a:extLst>
              <a:ext uri="{FF2B5EF4-FFF2-40B4-BE49-F238E27FC236}">
                <a16:creationId xmlns:a16="http://schemas.microsoft.com/office/drawing/2014/main" id="{8B9EFA9D-2920-2B05-6F4E-20130E4E01D5}"/>
              </a:ext>
            </a:extLst>
          </p:cNvPr>
          <p:cNvSpPr txBox="1"/>
          <p:nvPr/>
        </p:nvSpPr>
        <p:spPr>
          <a:xfrm>
            <a:off x="1000000" y="1450000"/>
            <a:ext cx="12630400" cy="5800000"/>
          </a:xfrm>
          <a:prstGeom prst="rect">
            <a:avLst/>
          </a:prstGeom>
          <a:noFill/>
        </p:spPr>
        <p:txBody>
          <a:bodyPr wrap="square" rtlCol="0">
            <a:spAutoFit/>
          </a:bodyPr>
          <a:lstStyle/>
          <a:p>
            <a:pPr marL="0" indent="0" algn="l">
              <a:lnSpc>
                <a:spcPct val="90000"/>
              </a:lnSpc>
              <a:spcBef>
                <a:spcPts val="0"/>
              </a:spcBef>
              <a:spcAft>
                <a:spcPts val="0"/>
              </a:spcAft>
              <a:buNone/>
            </a:pPr>
            <a:r>
              <a:rPr lang="en-US" sz="2400" b="1" dirty="0"/>
              <a:t>Hardware Requirements</a:t>
            </a:r>
          </a:p>
          <a:p>
            <a:pPr marL="457200" lvl="0" indent="0" algn="l">
              <a:lnSpc>
                <a:spcPct val="90000"/>
              </a:lnSpc>
              <a:spcBef>
                <a:spcPts val="0"/>
              </a:spcBef>
              <a:spcAft>
                <a:spcPts val="0"/>
              </a:spcAft>
              <a:buNone/>
            </a:pPr>
            <a:r>
              <a:rPr lang="en-US" sz="2400" dirty="0"/>
              <a:t>Processor: Intel Core i3 / AMD Ryzen 3 or higher</a:t>
            </a:r>
          </a:p>
          <a:p>
            <a:pPr marL="457200" lvl="0" indent="0" algn="l">
              <a:lnSpc>
                <a:spcPct val="90000"/>
              </a:lnSpc>
              <a:spcBef>
                <a:spcPts val="0"/>
              </a:spcBef>
              <a:spcAft>
                <a:spcPts val="0"/>
              </a:spcAft>
              <a:buNone/>
            </a:pPr>
            <a:r>
              <a:rPr lang="en-US" sz="2400" dirty="0"/>
              <a:t>RAM: Minimum 4 GB (8 GB Recommended)</a:t>
            </a:r>
          </a:p>
          <a:p>
            <a:pPr marL="457200" lvl="0" indent="0" algn="l">
              <a:lnSpc>
                <a:spcPct val="90000"/>
              </a:lnSpc>
              <a:spcBef>
                <a:spcPts val="0"/>
              </a:spcBef>
              <a:spcAft>
                <a:spcPts val="0"/>
              </a:spcAft>
              <a:buNone/>
            </a:pPr>
            <a:r>
              <a:rPr lang="en-US" sz="2400" dirty="0"/>
              <a:t>Storage: At least 2 GB free disk space</a:t>
            </a:r>
          </a:p>
          <a:p>
            <a:pPr marL="457200" lvl="0" indent="0" algn="l">
              <a:lnSpc>
                <a:spcPct val="90000"/>
              </a:lnSpc>
              <a:spcBef>
                <a:spcPts val="0"/>
              </a:spcBef>
              <a:spcAft>
                <a:spcPts val="0"/>
              </a:spcAft>
              <a:buNone/>
            </a:pPr>
            <a:r>
              <a:rPr lang="en-US" sz="2400" dirty="0"/>
              <a:t>Internet: Stable internet connection</a:t>
            </a:r>
          </a:p>
          <a:p>
            <a:pPr marL="0" indent="0" algn="l">
              <a:lnSpc>
                <a:spcPct val="90000"/>
              </a:lnSpc>
              <a:spcBef>
                <a:spcPts val="800"/>
              </a:spcBef>
              <a:spcAft>
                <a:spcPts val="0"/>
              </a:spcAft>
              <a:buNone/>
            </a:pPr>
            <a:r>
              <a:rPr lang="en-US" sz="2400" b="1" dirty="0"/>
              <a:t>Software Requirements</a:t>
            </a:r>
          </a:p>
          <a:p>
            <a:pPr marL="457200" lvl="0" indent="0" algn="l">
              <a:lnSpc>
                <a:spcPct val="90000"/>
              </a:lnSpc>
              <a:spcBef>
                <a:spcPts val="0"/>
              </a:spcBef>
              <a:spcAft>
                <a:spcPts val="0"/>
              </a:spcAft>
              <a:buNone/>
            </a:pPr>
            <a:r>
              <a:rPr lang="en-US" sz="2400" dirty="0"/>
              <a:t>Operating System: Windows 10/11, macOS or Linux</a:t>
            </a:r>
          </a:p>
          <a:p>
            <a:pPr marL="457200" lvl="0" indent="0" algn="l">
              <a:lnSpc>
                <a:spcPct val="90000"/>
              </a:lnSpc>
              <a:spcBef>
                <a:spcPts val="0"/>
              </a:spcBef>
              <a:spcAft>
                <a:spcPts val="0"/>
              </a:spcAft>
              <a:buNone/>
            </a:pPr>
            <a:r>
              <a:rPr lang="en-US" sz="2400" dirty="0"/>
              <a:t>Web Browser: Google Chrome / Microsoft Edge / Mozilla Firefox</a:t>
            </a:r>
          </a:p>
          <a:p>
            <a:pPr marL="457200" lvl="0" indent="0" algn="l">
              <a:lnSpc>
                <a:spcPct val="90000"/>
              </a:lnSpc>
              <a:spcBef>
                <a:spcPts val="0"/>
              </a:spcBef>
              <a:spcAft>
                <a:spcPts val="0"/>
              </a:spcAft>
              <a:buNone/>
            </a:pPr>
            <a:r>
              <a:rPr lang="en-US" sz="2400" dirty="0"/>
              <a:t>Platform: Google </a:t>
            </a:r>
            <a:r>
              <a:rPr lang="en-US" sz="2400" dirty="0" err="1"/>
              <a:t>Colab</a:t>
            </a:r>
          </a:p>
          <a:p>
            <a:pPr marL="457200" lvl="0" indent="0" algn="l">
              <a:lnSpc>
                <a:spcPct val="90000"/>
              </a:lnSpc>
              <a:spcBef>
                <a:spcPts val="0"/>
              </a:spcBef>
              <a:spcAft>
                <a:spcPts val="0"/>
              </a:spcAft>
              <a:buNone/>
            </a:pPr>
            <a:r>
              <a:rPr lang="en-US" sz="2400" dirty="0"/>
              <a:t>Google Account: Required to access Google </a:t>
            </a:r>
            <a:r>
              <a:rPr lang="en-US" sz="2400" dirty="0" err="1"/>
              <a:t>Colab</a:t>
            </a:r>
            <a:endParaRPr lang="en-US" sz="2400" dirty="0"/>
          </a:p>
          <a:p>
            <a:pPr marL="0" indent="0" algn="l">
              <a:lnSpc>
                <a:spcPct val="90000"/>
              </a:lnSpc>
              <a:spcBef>
                <a:spcPts val="800"/>
              </a:spcBef>
              <a:spcAft>
                <a:spcPts val="0"/>
              </a:spcAft>
              <a:buNone/>
            </a:pPr>
            <a:r>
              <a:rPr lang="en-IN" sz="2400" b="1" dirty="0"/>
              <a:t>Functional requirements:</a:t>
            </a:r>
          </a:p>
          <a:p>
            <a:pPr marL="457200" indent="0" algn="l">
              <a:lnSpc>
                <a:spcPct val="90000"/>
              </a:lnSpc>
              <a:spcBef>
                <a:spcPts val="0"/>
              </a:spcBef>
              <a:spcAft>
                <a:spcPts val="0"/>
              </a:spcAft>
              <a:buNone/>
            </a:pPr>
            <a:r>
              <a:rPr lang="en-IN" sz="2400" dirty="0"/>
              <a:t>Statement upload &amp; parsing</a:t>
            </a:r>
          </a:p>
          <a:p>
            <a:pPr marL="457200" indent="0" algn="l">
              <a:lnSpc>
                <a:spcPct val="90000"/>
              </a:lnSpc>
              <a:spcBef>
                <a:spcPts val="0"/>
              </a:spcBef>
              <a:spcAft>
                <a:spcPts val="0"/>
              </a:spcAft>
              <a:buNone/>
            </a:pPr>
            <a:r>
              <a:rPr lang="en-IN" sz="2400" dirty="0"/>
              <a:t>AI-based categorization engine</a:t>
            </a:r>
          </a:p>
          <a:p>
            <a:pPr marL="457200" indent="0" algn="l">
              <a:lnSpc>
                <a:spcPct val="90000"/>
              </a:lnSpc>
              <a:spcBef>
                <a:spcPts val="0"/>
              </a:spcBef>
              <a:spcAft>
                <a:spcPts val="0"/>
              </a:spcAft>
              <a:buNone/>
            </a:pPr>
            <a:r>
              <a:rPr lang="en-IN" sz="2400" dirty="0"/>
              <a:t>Fraud scoring module</a:t>
            </a:r>
          </a:p>
          <a:p>
            <a:pPr marL="457200" indent="0" algn="l">
              <a:lnSpc>
                <a:spcPct val="90000"/>
              </a:lnSpc>
              <a:spcBef>
                <a:spcPts val="0"/>
              </a:spcBef>
              <a:spcAft>
                <a:spcPts val="0"/>
              </a:spcAft>
              <a:buNone/>
            </a:pPr>
            <a:r>
              <a:rPr lang="en-IN" sz="2400" dirty="0"/>
              <a:t>Budget generation logic</a:t>
            </a:r>
          </a:p>
          <a:p>
            <a:pPr marL="457200" indent="0" algn="l">
              <a:lnSpc>
                <a:spcPct val="90000"/>
              </a:lnSpc>
              <a:spcBef>
                <a:spcPts val="0"/>
              </a:spcBef>
              <a:spcAft>
                <a:spcPts val="0"/>
              </a:spcAft>
              <a:buNone/>
            </a:pPr>
            <a:r>
              <a:rPr lang="en-IN" sz="2400" dirty="0"/>
              <a:t>Dashboard rendering</a:t>
            </a:r>
          </a:p>
        </p:txBody>
      </p:sp>
      <p:pic>
        <p:nvPicPr>
          <p:cNvPr id="3" name="Picture 2">
            <a:extLst>
              <a:ext uri="{FF2B5EF4-FFF2-40B4-BE49-F238E27FC236}">
                <a16:creationId xmlns:a16="http://schemas.microsoft.com/office/drawing/2014/main" id="{E3B800CB-DA14-AF2F-8D66-B01EB5A982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882" y="148545"/>
            <a:ext cx="2237298" cy="8309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BB2F37-8732-2CB0-7E49-2A672476D5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882" y="148545"/>
            <a:ext cx="2237298" cy="830996"/>
          </a:xfrm>
          <a:prstGeom prst="rect">
            <a:avLst/>
          </a:prstGeom>
        </p:spPr>
      </p:pic>
      <p:sp>
        <p:nvSpPr>
          <p:cNvPr id="2" name="Content Placeholder 1">
            <a:extLst>
              <a:ext uri="{FF2B5EF4-FFF2-40B4-BE49-F238E27FC236}">
                <a16:creationId xmlns:a16="http://schemas.microsoft.com/office/drawing/2014/main" id="{51F13840-8720-9315-D12B-C51797CC9D35}"/>
              </a:ext>
            </a:extLst>
          </p:cNvPr>
          <p:cNvSpPr txBox="1">
            <a:spLocks/>
          </p:cNvSpPr>
          <p:nvPr/>
        </p:nvSpPr>
        <p:spPr>
          <a:xfrm>
            <a:off x="1000000" y="1450000"/>
            <a:ext cx="12630400" cy="5800000"/>
          </a:xfrm>
          <a:prstGeom prst="rect">
            <a:avLst/>
          </a:prstGeom>
        </p:spPr>
        <p:txBody>
          <a:bodyPr>
            <a:normAutofit/>
          </a:bodyPr>
          <a:lstStyle>
            <a:lvl1pPr marL="489784" indent="-489784" algn="l" defTabSz="1306090" rtl="0" eaLnBrk="1" latinLnBrk="0" hangingPunct="1">
              <a:spcBef>
                <a:spcPct val="20000"/>
              </a:spcBef>
              <a:buFont typeface="Arial" pitchFamily="34" charset="0"/>
              <a:buChar char="•"/>
              <a:defRPr sz="4600" kern="1200">
                <a:solidFill>
                  <a:schemeClr val="tx1"/>
                </a:solidFill>
                <a:latin typeface="+mn-lt"/>
                <a:ea typeface="+mn-ea"/>
                <a:cs typeface="+mn-cs"/>
              </a:defRPr>
            </a:lvl1pPr>
            <a:lvl2pPr marL="1061198" indent="-408154" algn="l" defTabSz="1306090" rtl="0" eaLnBrk="1" latinLnBrk="0" hangingPunct="1">
              <a:spcBef>
                <a:spcPct val="20000"/>
              </a:spcBef>
              <a:buFont typeface="Arial" pitchFamily="34" charset="0"/>
              <a:buChar char="–"/>
              <a:defRPr sz="4000" kern="1200">
                <a:solidFill>
                  <a:schemeClr val="tx1"/>
                </a:solidFill>
                <a:latin typeface="+mn-lt"/>
                <a:ea typeface="+mn-ea"/>
                <a:cs typeface="+mn-cs"/>
              </a:defRPr>
            </a:lvl2pPr>
            <a:lvl3pPr marL="1632613" indent="-326522" algn="l" defTabSz="1306090" rtl="0" eaLnBrk="1" latinLnBrk="0" hangingPunct="1">
              <a:spcBef>
                <a:spcPct val="20000"/>
              </a:spcBef>
              <a:buFont typeface="Arial" pitchFamily="34" charset="0"/>
              <a:buChar char="•"/>
              <a:defRPr sz="3400" kern="1200">
                <a:solidFill>
                  <a:schemeClr val="tx1"/>
                </a:solidFill>
                <a:latin typeface="+mn-lt"/>
                <a:ea typeface="+mn-ea"/>
                <a:cs typeface="+mn-cs"/>
              </a:defRPr>
            </a:lvl3pPr>
            <a:lvl4pPr marL="2285657" indent="-326522" algn="l" defTabSz="1306090" rtl="0" eaLnBrk="1" latinLnBrk="0" hangingPunct="1">
              <a:spcBef>
                <a:spcPct val="20000"/>
              </a:spcBef>
              <a:buFont typeface="Arial" pitchFamily="34" charset="0"/>
              <a:buChar char="–"/>
              <a:defRPr sz="2900" kern="1200">
                <a:solidFill>
                  <a:schemeClr val="tx1"/>
                </a:solidFill>
                <a:latin typeface="+mn-lt"/>
                <a:ea typeface="+mn-ea"/>
                <a:cs typeface="+mn-cs"/>
              </a:defRPr>
            </a:lvl4pPr>
            <a:lvl5pPr marL="2938702" indent="-326522" algn="l" defTabSz="1306090" rtl="0" eaLnBrk="1" latinLnBrk="0" hangingPunct="1">
              <a:spcBef>
                <a:spcPct val="20000"/>
              </a:spcBef>
              <a:buFont typeface="Arial" pitchFamily="34" charset="0"/>
              <a:buChar char="»"/>
              <a:defRPr sz="2900" kern="1200">
                <a:solidFill>
                  <a:schemeClr val="tx1"/>
                </a:solidFill>
                <a:latin typeface="+mn-lt"/>
                <a:ea typeface="+mn-ea"/>
                <a:cs typeface="+mn-cs"/>
              </a:defRPr>
            </a:lvl5pPr>
            <a:lvl6pPr marL="3591746" indent="-326522" algn="l" defTabSz="1306090" rtl="0" eaLnBrk="1" latinLnBrk="0" hangingPunct="1">
              <a:spcBef>
                <a:spcPct val="20000"/>
              </a:spcBef>
              <a:buFont typeface="Arial" pitchFamily="34" charset="0"/>
              <a:buChar char="•"/>
              <a:defRPr sz="2900" kern="1200">
                <a:solidFill>
                  <a:schemeClr val="tx1"/>
                </a:solidFill>
                <a:latin typeface="+mn-lt"/>
                <a:ea typeface="+mn-ea"/>
                <a:cs typeface="+mn-cs"/>
              </a:defRPr>
            </a:lvl6pPr>
            <a:lvl7pPr marL="4244791" indent="-326522" algn="l" defTabSz="1306090" rtl="0" eaLnBrk="1" latinLnBrk="0" hangingPunct="1">
              <a:spcBef>
                <a:spcPct val="20000"/>
              </a:spcBef>
              <a:buFont typeface="Arial" pitchFamily="34" charset="0"/>
              <a:buChar char="•"/>
              <a:defRPr sz="2900" kern="1200">
                <a:solidFill>
                  <a:schemeClr val="tx1"/>
                </a:solidFill>
                <a:latin typeface="+mn-lt"/>
                <a:ea typeface="+mn-ea"/>
                <a:cs typeface="+mn-cs"/>
              </a:defRPr>
            </a:lvl7pPr>
            <a:lvl8pPr marL="4897837" indent="-326522" algn="l" defTabSz="1306090" rtl="0" eaLnBrk="1" latinLnBrk="0" hangingPunct="1">
              <a:spcBef>
                <a:spcPct val="20000"/>
              </a:spcBef>
              <a:buFont typeface="Arial" pitchFamily="34" charset="0"/>
              <a:buChar char="•"/>
              <a:defRPr sz="2900" kern="1200">
                <a:solidFill>
                  <a:schemeClr val="tx1"/>
                </a:solidFill>
                <a:latin typeface="+mn-lt"/>
                <a:ea typeface="+mn-ea"/>
                <a:cs typeface="+mn-cs"/>
              </a:defRPr>
            </a:lvl8pPr>
            <a:lvl9pPr marL="5550882" indent="-326522" algn="l" defTabSz="1306090" rtl="0" eaLnBrk="1" latinLnBrk="0" hangingPunct="1">
              <a:spcBef>
                <a:spcPct val="20000"/>
              </a:spcBef>
              <a:buFont typeface="Arial" pitchFamily="34" charset="0"/>
              <a:buChar char="•"/>
              <a:defRPr sz="2900" kern="1200">
                <a:solidFill>
                  <a:schemeClr val="tx1"/>
                </a:solidFill>
                <a:latin typeface="+mn-lt"/>
                <a:ea typeface="+mn-ea"/>
                <a:cs typeface="+mn-cs"/>
              </a:defRPr>
            </a:lvl9pPr>
          </a:lstStyle>
          <a:p>
            <a:pPr marL="457200" indent="-457200" algn="l">
              <a:lnSpc>
                <a:spcPct val="100000"/>
              </a:lnSpc>
              <a:spcBef>
                <a:spcPts val="0"/>
              </a:spcBef>
              <a:spcAft>
                <a:spcPts val="0"/>
              </a:spcAft>
            </a:pPr>
            <a:r>
              <a:rPr lang="en-US" sz="2600" b="1"/>
              <a:t>Programming Language</a:t>
            </a:r>
          </a:p>
          <a:p>
            <a:pPr marL="877200" indent="-420000" algn="l">
              <a:lnSpc>
                <a:spcPct val="100000"/>
              </a:lnSpc>
              <a:spcBef>
                <a:spcPts val="0"/>
              </a:spcBef>
              <a:spcAft>
                <a:spcPts val="0"/>
              </a:spcAft>
              <a:buNone/>
            </a:pPr>
            <a:r>
              <a:rPr lang="en-US" sz="2600"/>
              <a:t>✔ </a:t>
            </a:r>
            <a:r>
              <a:rPr lang="en-US" sz="2600" b="1"/>
              <a:t>Python</a:t>
            </a:r>
            <a:r>
              <a:rPr lang="en-US" sz="2600"/>
              <a:t> – Performs data analysis and visualization.</a:t>
            </a:r>
          </a:p>
          <a:p>
            <a:pPr marL="457200" indent="-457200" algn="l">
              <a:lnSpc>
                <a:spcPct val="100000"/>
              </a:lnSpc>
              <a:spcBef>
                <a:spcPts val="1400"/>
              </a:spcBef>
              <a:spcAft>
                <a:spcPts val="0"/>
              </a:spcAft>
            </a:pPr>
            <a:r>
              <a:rPr lang="en-US" sz="2600" b="1"/>
              <a:t>Development Environment</a:t>
            </a:r>
          </a:p>
          <a:p>
            <a:pPr marL="877200" indent="-420000" algn="l">
              <a:lnSpc>
                <a:spcPct val="100000"/>
              </a:lnSpc>
              <a:spcBef>
                <a:spcPts val="0"/>
              </a:spcBef>
              <a:spcAft>
                <a:spcPts val="0"/>
              </a:spcAft>
              <a:buNone/>
            </a:pPr>
            <a:r>
              <a:rPr lang="en-US" sz="2600"/>
              <a:t>✔ </a:t>
            </a:r>
            <a:r>
              <a:rPr lang="en-US" sz="2600" b="1"/>
              <a:t>Google Colab</a:t>
            </a:r>
            <a:r>
              <a:rPr lang="en-US" sz="2600"/>
              <a:t> – Executes Python code in a cloud environment.</a:t>
            </a:r>
          </a:p>
          <a:p>
            <a:pPr marL="457200" indent="-457200" algn="l">
              <a:lnSpc>
                <a:spcPct val="100000"/>
              </a:lnSpc>
              <a:spcBef>
                <a:spcPts val="1400"/>
              </a:spcBef>
              <a:spcAft>
                <a:spcPts val="0"/>
              </a:spcAft>
            </a:pPr>
            <a:r>
              <a:rPr lang="en-US" sz="2600" b="1"/>
              <a:t>Libraries</a:t>
            </a:r>
          </a:p>
          <a:p>
            <a:pPr marL="877200" indent="-420000" algn="l">
              <a:lnSpc>
                <a:spcPct val="100000"/>
              </a:lnSpc>
              <a:spcBef>
                <a:spcPts val="0"/>
              </a:spcBef>
              <a:spcAft>
                <a:spcPts val="0"/>
              </a:spcAft>
              <a:buNone/>
            </a:pPr>
            <a:r>
              <a:rPr lang="en-US" sz="2600"/>
              <a:t>✔ </a:t>
            </a:r>
            <a:r>
              <a:rPr lang="en-US" sz="2600" b="1"/>
              <a:t>Pandas</a:t>
            </a:r>
            <a:r>
              <a:rPr lang="en-US" sz="2600"/>
              <a:t> – Data loading, cleaning, and analysis.</a:t>
            </a:r>
          </a:p>
          <a:p>
            <a:pPr marL="877200" indent="-420000" algn="l">
              <a:lnSpc>
                <a:spcPct val="100000"/>
              </a:lnSpc>
              <a:spcBef>
                <a:spcPts val="0"/>
              </a:spcBef>
              <a:spcAft>
                <a:spcPts val="0"/>
              </a:spcAft>
              <a:buNone/>
            </a:pPr>
            <a:r>
              <a:rPr lang="en-US" sz="2600"/>
              <a:t>✔ </a:t>
            </a:r>
            <a:r>
              <a:rPr lang="en-US" sz="2600" b="1"/>
              <a:t>NumPy</a:t>
            </a:r>
            <a:r>
              <a:rPr lang="en-US" sz="2600"/>
              <a:t> – Numerical and statistical computations.</a:t>
            </a:r>
          </a:p>
          <a:p>
            <a:pPr marL="877200" indent="-420000" algn="l">
              <a:lnSpc>
                <a:spcPct val="100000"/>
              </a:lnSpc>
              <a:spcBef>
                <a:spcPts val="0"/>
              </a:spcBef>
              <a:spcAft>
                <a:spcPts val="0"/>
              </a:spcAft>
              <a:buNone/>
            </a:pPr>
            <a:r>
              <a:rPr lang="en-US" sz="2600"/>
              <a:t>✔ </a:t>
            </a:r>
            <a:r>
              <a:rPr lang="en-US" sz="2600" b="1"/>
              <a:t>Matplotlib</a:t>
            </a:r>
            <a:r>
              <a:rPr lang="en-US" sz="2600"/>
              <a:t> – Creates basic charts and graphs.</a:t>
            </a:r>
          </a:p>
          <a:p>
            <a:pPr marL="877200" indent="-420000" algn="l">
              <a:lnSpc>
                <a:spcPct val="100000"/>
              </a:lnSpc>
              <a:spcBef>
                <a:spcPts val="0"/>
              </a:spcBef>
              <a:spcAft>
                <a:spcPts val="0"/>
              </a:spcAft>
              <a:buNone/>
            </a:pPr>
            <a:r>
              <a:rPr lang="en-US" sz="2600"/>
              <a:t>✔ </a:t>
            </a:r>
            <a:r>
              <a:rPr lang="en-US" sz="2600" b="1"/>
              <a:t>Seaborn</a:t>
            </a:r>
            <a:r>
              <a:rPr lang="en-US" sz="2600"/>
              <a:t> – Generates advanced statistical visualizations.</a:t>
            </a:r>
          </a:p>
          <a:p>
            <a:pPr marL="457200" indent="-457200" algn="l">
              <a:lnSpc>
                <a:spcPct val="100000"/>
              </a:lnSpc>
              <a:spcBef>
                <a:spcPts val="1400"/>
              </a:spcBef>
              <a:spcAft>
                <a:spcPts val="0"/>
              </a:spcAft>
            </a:pPr>
            <a:r>
              <a:rPr lang="en-US" sz="2600" b="1"/>
              <a:t>Dataset</a:t>
            </a:r>
          </a:p>
          <a:p>
            <a:pPr marL="877200" indent="-420000" algn="l">
              <a:lnSpc>
                <a:spcPct val="100000"/>
              </a:lnSpc>
              <a:spcBef>
                <a:spcPts val="0"/>
              </a:spcBef>
              <a:spcAft>
                <a:spcPts val="0"/>
              </a:spcAft>
              <a:buNone/>
            </a:pPr>
            <a:r>
              <a:rPr lang="en-US" sz="2600"/>
              <a:t>✔ </a:t>
            </a:r>
            <a:r>
              <a:rPr lang="en-US" sz="2600" b="1"/>
              <a:t>UPI Transactions 2024 Dataset (CSV Format)</a:t>
            </a:r>
            <a:r>
              <a:rPr lang="en-US" sz="2600"/>
              <a:t> – Provides approximately </a:t>
            </a:r>
            <a:r>
              <a:rPr lang="en-US" sz="2600" b="1"/>
              <a:t>250,000 synthetic UPI transaction records</a:t>
            </a:r>
            <a:r>
              <a:rPr lang="en-US" sz="2600"/>
              <a:t> for customer spending and transaction pattern analysis.</a:t>
            </a:r>
          </a:p>
        </p:txBody>
      </p:sp>
      <p:sp>
        <p:nvSpPr>
          <p:cNvPr id="4" name="Slide Number Placeholder 4">
            <a:extLst>
              <a:ext uri="{FF2B5EF4-FFF2-40B4-BE49-F238E27FC236}">
                <a16:creationId xmlns:a16="http://schemas.microsoft.com/office/drawing/2014/main" id="{959D18CB-5878-ABE1-8097-E00881B0F10F}"/>
              </a:ext>
            </a:extLst>
          </p:cNvPr>
          <p:cNvSpPr txBox="1">
            <a:spLocks/>
          </p:cNvSpPr>
          <p:nvPr/>
        </p:nvSpPr>
        <p:spPr>
          <a:xfrm>
            <a:off x="12549064" y="7650000"/>
            <a:ext cx="108133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26EF2E3-409D-4D76-AD02-397A36B0DAF9}" type="slidenum">
              <a:rPr lang="en-US" sz="1600" smtClean="0"/>
              <a:t>6</a:t>
            </a:fld>
            <a:endParaRPr lang="en-US" sz="1600"/>
          </a:p>
        </p:txBody>
      </p:sp>
      <p:sp>
        <p:nvSpPr>
          <p:cNvPr id="5" name="TextBox 4">
            <a:extLst>
              <a:ext uri="{FF2B5EF4-FFF2-40B4-BE49-F238E27FC236}">
                <a16:creationId xmlns:a16="http://schemas.microsoft.com/office/drawing/2014/main" id="{B9BCC2B0-A61E-67E2-096A-96C315B82B33}"/>
              </a:ext>
            </a:extLst>
          </p:cNvPr>
          <p:cNvSpPr txBox="1"/>
          <p:nvPr/>
        </p:nvSpPr>
        <p:spPr>
          <a:xfrm>
            <a:off x="2915200" y="183000"/>
            <a:ext cx="8800000" cy="769441"/>
          </a:xfrm>
          <a:prstGeom prst="rect">
            <a:avLst/>
          </a:prstGeom>
          <a:noFill/>
        </p:spPr>
        <p:txBody>
          <a:bodyPr wrap="square">
            <a:spAutoFit/>
          </a:bodyPr>
          <a:lstStyle/>
          <a:p>
            <a:pPr marL="0" indent="0" algn="ctr">
              <a:spcBef>
                <a:spcPts val="0"/>
              </a:spcBef>
              <a:spcAft>
                <a:spcPts val="0"/>
              </a:spcAft>
              <a:buNone/>
            </a:pPr>
            <a:r>
              <a:rPr lang="en-IN" sz="4400" b="1" dirty="0">
                <a:solidFill>
                  <a:schemeClr val="accent2"/>
                </a:solidFill>
              </a:rPr>
              <a:t>TECH STACK</a:t>
            </a:r>
          </a:p>
        </p:txBody>
      </p:sp>
    </p:spTree>
    <p:extLst>
      <p:ext uri="{BB962C8B-B14F-4D97-AF65-F5344CB8AC3E}">
        <p14:creationId xmlns:p14="http://schemas.microsoft.com/office/powerpoint/2010/main" val="2897778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9ADCD8D1-1D68-85AB-79C7-6AB5E6487B0C}"/>
              </a:ext>
            </a:extLst>
          </p:cNvPr>
          <p:cNvSpPr txBox="1">
            <a:spLocks/>
          </p:cNvSpPr>
          <p:nvPr/>
        </p:nvSpPr>
        <p:spPr>
          <a:xfrm>
            <a:off x="12549064" y="7650000"/>
            <a:ext cx="108133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26EF2E3-409D-4D76-AD02-397A36B0DAF9}" type="slidenum">
              <a:rPr lang="en-US" sz="1600" smtClean="0"/>
              <a:t>7</a:t>
            </a:fld>
            <a:endParaRPr lang="en-US" sz="1600"/>
          </a:p>
        </p:txBody>
      </p:sp>
      <p:sp>
        <p:nvSpPr>
          <p:cNvPr id="4" name="TextBox 3">
            <a:extLst>
              <a:ext uri="{FF2B5EF4-FFF2-40B4-BE49-F238E27FC236}">
                <a16:creationId xmlns:a16="http://schemas.microsoft.com/office/drawing/2014/main" id="{DC9C4988-CFA1-7968-90BF-933AC73035AC}"/>
              </a:ext>
            </a:extLst>
          </p:cNvPr>
          <p:cNvSpPr txBox="1"/>
          <p:nvPr/>
        </p:nvSpPr>
        <p:spPr>
          <a:xfrm>
            <a:off x="2915200" y="183000"/>
            <a:ext cx="8800000" cy="769441"/>
          </a:xfrm>
          <a:prstGeom prst="rect">
            <a:avLst/>
          </a:prstGeom>
          <a:noFill/>
        </p:spPr>
        <p:txBody>
          <a:bodyPr wrap="square" rtlCol="0">
            <a:spAutoFit/>
          </a:bodyPr>
          <a:lstStyle/>
          <a:p>
            <a:pPr marL="0" indent="0" algn="ctr">
              <a:spcBef>
                <a:spcPts val="0"/>
              </a:spcBef>
              <a:spcAft>
                <a:spcPts val="0"/>
              </a:spcAft>
              <a:buNone/>
            </a:pPr>
            <a:r>
              <a:rPr lang="en-IN" sz="4400" b="1" dirty="0">
                <a:solidFill>
                  <a:srgbClr val="7030A0"/>
                </a:solidFill>
              </a:rPr>
              <a:t>Future Enhancements</a:t>
            </a:r>
            <a:endParaRPr lang="en-IN" sz="4400" b="1" dirty="0"/>
          </a:p>
        </p:txBody>
      </p:sp>
      <p:sp>
        <p:nvSpPr>
          <p:cNvPr id="5" name="TextBox 4">
            <a:extLst>
              <a:ext uri="{FF2B5EF4-FFF2-40B4-BE49-F238E27FC236}">
                <a16:creationId xmlns:a16="http://schemas.microsoft.com/office/drawing/2014/main" id="{92407366-03FE-F24A-BCA8-118473041035}"/>
              </a:ext>
            </a:extLst>
          </p:cNvPr>
          <p:cNvSpPr txBox="1"/>
          <p:nvPr/>
        </p:nvSpPr>
        <p:spPr>
          <a:xfrm>
            <a:off x="1194912" y="3848692"/>
            <a:ext cx="272652" cy="400110"/>
          </a:xfrm>
          <a:prstGeom prst="rect">
            <a:avLst/>
          </a:prstGeom>
          <a:noFill/>
        </p:spPr>
        <p:txBody>
          <a:bodyPr wrap="square">
            <a:spAutoFit/>
          </a:bodyPr>
          <a:lstStyle/>
          <a:p>
            <a:endParaRPr lang="en-IN" sz="2000" dirty="0"/>
          </a:p>
        </p:txBody>
      </p:sp>
      <p:sp>
        <p:nvSpPr>
          <p:cNvPr id="8" name="TextBox 7">
            <a:extLst>
              <a:ext uri="{FF2B5EF4-FFF2-40B4-BE49-F238E27FC236}">
                <a16:creationId xmlns:a16="http://schemas.microsoft.com/office/drawing/2014/main" id="{859540C1-42E6-397C-FEC1-D30A132585EB}"/>
              </a:ext>
            </a:extLst>
          </p:cNvPr>
          <p:cNvSpPr txBox="1"/>
          <p:nvPr/>
        </p:nvSpPr>
        <p:spPr>
          <a:xfrm>
            <a:off x="1000000" y="1450000"/>
            <a:ext cx="12630400" cy="4000000"/>
          </a:xfrm>
          <a:prstGeom prst="rect">
            <a:avLst/>
          </a:prstGeom>
          <a:noFill/>
        </p:spPr>
        <p:txBody>
          <a:bodyPr wrap="square">
            <a:spAutoFit/>
          </a:bodyPr>
          <a:lstStyle/>
          <a:p>
            <a:pPr marL="457200" lvl="0" indent="-457200" algn="l">
              <a:lnSpc>
                <a:spcPct val="100000"/>
              </a:lnSpc>
              <a:spcBef>
                <a:spcPts val="0"/>
              </a:spcBef>
              <a:spcAft>
                <a:spcPts val="2000"/>
              </a:spcAft>
              <a:buFont typeface="Wingdings" panose="05000000000000000000" pitchFamily="2" charset="2"/>
              <a:buChar char="v"/>
            </a:pPr>
            <a:r>
              <a:rPr lang="en-US" sz="3000" dirty="0"/>
              <a:t>Develop an interactive Power BI dashboard for transaction analysis.</a:t>
            </a:r>
          </a:p>
          <a:p>
            <a:pPr marL="457200" lvl="0" indent="-457200" algn="l">
              <a:lnSpc>
                <a:spcPct val="100000"/>
              </a:lnSpc>
              <a:spcBef>
                <a:spcPts val="0"/>
              </a:spcBef>
              <a:spcAft>
                <a:spcPts val="2000"/>
              </a:spcAft>
              <a:buFont typeface="Wingdings" panose="05000000000000000000" pitchFamily="2" charset="2"/>
              <a:buChar char="v"/>
            </a:pPr>
            <a:r>
              <a:rPr lang="en-US" sz="3000" dirty="0"/>
              <a:t>Integrate real-time UPI transaction data using APIs.</a:t>
            </a:r>
          </a:p>
          <a:p>
            <a:pPr marL="457200" lvl="0" indent="-457200" algn="l">
              <a:lnSpc>
                <a:spcPct val="100000"/>
              </a:lnSpc>
              <a:spcBef>
                <a:spcPts val="0"/>
              </a:spcBef>
              <a:spcAft>
                <a:spcPts val="2000"/>
              </a:spcAft>
              <a:buFont typeface="Wingdings" panose="05000000000000000000" pitchFamily="2" charset="2"/>
              <a:buChar char="v"/>
            </a:pPr>
            <a:r>
              <a:rPr lang="en-US" sz="3000" dirty="0"/>
              <a:t>Apply Machine Learning techniques for fraud prediction.</a:t>
            </a:r>
          </a:p>
          <a:p>
            <a:pPr marL="457200" lvl="0" indent="-457200" algn="l">
              <a:lnSpc>
                <a:spcPct val="100000"/>
              </a:lnSpc>
              <a:spcBef>
                <a:spcPts val="0"/>
              </a:spcBef>
              <a:spcAft>
                <a:spcPts val="2000"/>
              </a:spcAft>
              <a:buFont typeface="Wingdings" panose="05000000000000000000" pitchFamily="2" charset="2"/>
              <a:buChar char="v"/>
            </a:pPr>
            <a:r>
              <a:rPr lang="en-US" sz="3000" dirty="0"/>
              <a:t>Perform predictive analysis on customer spending trends.</a:t>
            </a:r>
          </a:p>
          <a:p>
            <a:pPr marL="457200" lvl="0" indent="-457200" algn="l">
              <a:lnSpc>
                <a:spcPct val="100000"/>
              </a:lnSpc>
              <a:spcBef>
                <a:spcPts val="0"/>
              </a:spcBef>
              <a:spcAft>
                <a:spcPts val="2000"/>
              </a:spcAft>
              <a:buFont typeface="Wingdings" panose="05000000000000000000" pitchFamily="2" charset="2"/>
              <a:buChar char="v"/>
            </a:pPr>
            <a:r>
              <a:rPr lang="en-US" sz="3000" dirty="0"/>
              <a:t>Enhance the project with advanced statistical analysis and business intelligence features.</a:t>
            </a:r>
          </a:p>
        </p:txBody>
      </p:sp>
      <p:pic>
        <p:nvPicPr>
          <p:cNvPr id="7" name="Picture 6">
            <a:extLst>
              <a:ext uri="{FF2B5EF4-FFF2-40B4-BE49-F238E27FC236}">
                <a16:creationId xmlns:a16="http://schemas.microsoft.com/office/drawing/2014/main" id="{C376F2F3-53F2-3AEF-3385-180F77B08B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882" y="148545"/>
            <a:ext cx="2237298" cy="830996"/>
          </a:xfrm>
          <a:prstGeom prst="rect">
            <a:avLst/>
          </a:prstGeom>
        </p:spPr>
      </p:pic>
    </p:spTree>
    <p:extLst>
      <p:ext uri="{BB962C8B-B14F-4D97-AF65-F5344CB8AC3E}">
        <p14:creationId xmlns:p14="http://schemas.microsoft.com/office/powerpoint/2010/main" val="2057362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B74B90D2-489F-B8A4-14C8-6C79DCACE36C}"/>
              </a:ext>
            </a:extLst>
          </p:cNvPr>
          <p:cNvSpPr txBox="1">
            <a:spLocks/>
          </p:cNvSpPr>
          <p:nvPr/>
        </p:nvSpPr>
        <p:spPr>
          <a:xfrm>
            <a:off x="12549064" y="7650000"/>
            <a:ext cx="108133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26EF2E3-409D-4D76-AD02-397A36B0DAF9}" type="slidenum">
              <a:rPr lang="en-US" sz="1600" smtClean="0"/>
              <a:t>8</a:t>
            </a:fld>
            <a:endParaRPr lang="en-US" sz="1600"/>
          </a:p>
        </p:txBody>
      </p:sp>
      <p:sp>
        <p:nvSpPr>
          <p:cNvPr id="6" name="TextBox 5">
            <a:extLst>
              <a:ext uri="{FF2B5EF4-FFF2-40B4-BE49-F238E27FC236}">
                <a16:creationId xmlns:a16="http://schemas.microsoft.com/office/drawing/2014/main" id="{6132E473-EDC4-3013-7591-B0ABCD7D3175}"/>
              </a:ext>
            </a:extLst>
          </p:cNvPr>
          <p:cNvSpPr txBox="1"/>
          <p:nvPr/>
        </p:nvSpPr>
        <p:spPr>
          <a:xfrm>
            <a:off x="2915200" y="183000"/>
            <a:ext cx="8800000" cy="769441"/>
          </a:xfrm>
          <a:prstGeom prst="rect">
            <a:avLst/>
          </a:prstGeom>
          <a:noFill/>
        </p:spPr>
        <p:txBody>
          <a:bodyPr wrap="square" rtlCol="0">
            <a:spAutoFit/>
          </a:bodyPr>
          <a:lstStyle/>
          <a:p>
            <a:pPr marL="0" indent="0" algn="ctr">
              <a:spcBef>
                <a:spcPts val="0"/>
              </a:spcBef>
              <a:spcAft>
                <a:spcPts val="0"/>
              </a:spcAft>
              <a:buNone/>
            </a:pPr>
            <a:r>
              <a:rPr lang="en-IN" sz="4400" b="1" dirty="0">
                <a:solidFill>
                  <a:schemeClr val="accent2"/>
                </a:solidFill>
              </a:rPr>
              <a:t>Conclusion</a:t>
            </a:r>
          </a:p>
        </p:txBody>
      </p:sp>
      <p:sp>
        <p:nvSpPr>
          <p:cNvPr id="7" name="TextBox 6">
            <a:extLst>
              <a:ext uri="{FF2B5EF4-FFF2-40B4-BE49-F238E27FC236}">
                <a16:creationId xmlns:a16="http://schemas.microsoft.com/office/drawing/2014/main" id="{AAA0A67B-D0A6-3001-EB4D-1166795DD0FF}"/>
              </a:ext>
            </a:extLst>
          </p:cNvPr>
          <p:cNvSpPr txBox="1"/>
          <p:nvPr/>
        </p:nvSpPr>
        <p:spPr>
          <a:xfrm>
            <a:off x="1000000" y="1450000"/>
            <a:ext cx="12630400" cy="4900000"/>
          </a:xfrm>
          <a:prstGeom prst="rect">
            <a:avLst/>
          </a:prstGeom>
          <a:noFill/>
        </p:spPr>
        <p:txBody>
          <a:bodyPr wrap="square" rtlCol="0">
            <a:spAutoFit/>
          </a:bodyPr>
          <a:lstStyle/>
          <a:p>
            <a:pPr marL="0" indent="0" algn="just">
              <a:lnSpc>
                <a:spcPct val="110000"/>
              </a:lnSpc>
              <a:spcBef>
                <a:spcPts val="0"/>
              </a:spcBef>
              <a:spcAft>
                <a:spcPts val="0"/>
              </a:spcAft>
              <a:buNone/>
            </a:pPr>
            <a:r>
              <a:rPr lang="en-US" sz="3000" dirty="0"/>
              <a:t>Successfully analyzed the UPI Transactions 2024 dataset using Python and Google </a:t>
            </a:r>
            <a:r>
              <a:rPr lang="en-US" sz="3000" dirty="0" err="1"/>
              <a:t>Colab</a:t>
            </a:r>
            <a:r>
              <a:rPr lang="en-US" sz="3000" dirty="0"/>
              <a:t>. Cleaned and preprocessed the dataset to ensure reliable analysis. Examined customer spending behavior, merchant category trends, bank-wise transaction distribution, regional payment activity, transaction success rates, and fraud occurrences using Exploratory Data Analysis (EDA). Generated meaningful visualizations and business insights that can help merchants understand customer preferences, banks analyze transaction patterns, and payment service providers support data-driven decision-making.</a:t>
            </a:r>
            <a:endParaRPr lang="en-IN" sz="3000" dirty="0"/>
          </a:p>
        </p:txBody>
      </p:sp>
      <p:pic>
        <p:nvPicPr>
          <p:cNvPr id="4" name="Picture 3">
            <a:extLst>
              <a:ext uri="{FF2B5EF4-FFF2-40B4-BE49-F238E27FC236}">
                <a16:creationId xmlns:a16="http://schemas.microsoft.com/office/drawing/2014/main" id="{579AF1A8-2139-05EE-BFA0-EFBE9708B1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882" y="148545"/>
            <a:ext cx="2237298" cy="830996"/>
          </a:xfrm>
          <a:prstGeom prst="rect">
            <a:avLst/>
          </a:prstGeom>
        </p:spPr>
      </p:pic>
    </p:spTree>
    <p:extLst>
      <p:ext uri="{BB962C8B-B14F-4D97-AF65-F5344CB8AC3E}">
        <p14:creationId xmlns:p14="http://schemas.microsoft.com/office/powerpoint/2010/main" val="2201850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7A951F-4961-566F-893B-B3FFA9C11CD4}"/>
              </a:ext>
            </a:extLst>
          </p:cNvPr>
          <p:cNvSpPr txBox="1"/>
          <p:nvPr/>
        </p:nvSpPr>
        <p:spPr>
          <a:xfrm>
            <a:off x="2315200" y="3453080"/>
            <a:ext cx="10000000" cy="1323439"/>
          </a:xfrm>
          <a:prstGeom prst="rect">
            <a:avLst/>
          </a:prstGeom>
          <a:noFill/>
        </p:spPr>
        <p:txBody>
          <a:bodyPr wrap="square" lIns="91440" tIns="45720" rIns="91440" bIns="45720" rtlCol="0" anchor="t">
            <a:spAutoFit/>
          </a:bodyPr>
          <a:lstStyle/>
          <a:p>
            <a:pPr marL="0" indent="0" algn="ctr">
              <a:spcBef>
                <a:spcPts val="0"/>
              </a:spcBef>
              <a:spcAft>
                <a:spcPts val="0"/>
              </a:spcAft>
              <a:buNone/>
            </a:pPr>
            <a:r>
              <a:rPr lang="en-US" sz="8000" b="1" dirty="0">
                <a:solidFill>
                  <a:srgbClr val="FF0000"/>
                </a:solidFill>
              </a:rPr>
              <a:t>THANK YOU</a:t>
            </a:r>
            <a:endParaRPr lang="en-IN" sz="8000" b="1" dirty="0">
              <a:solidFill>
                <a:srgbClr val="FF0000"/>
              </a:solidFill>
            </a:endParaRPr>
          </a:p>
        </p:txBody>
      </p:sp>
    </p:spTree>
    <p:extLst>
      <p:ext uri="{BB962C8B-B14F-4D97-AF65-F5344CB8AC3E}">
        <p14:creationId xmlns:p14="http://schemas.microsoft.com/office/powerpoint/2010/main" val="9365244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627</TotalTime>
  <Words>651</Words>
  <Application>Microsoft Office PowerPoint</Application>
  <PresentationFormat>Custom</PresentationFormat>
  <Paragraphs>72</Paragraphs>
  <Slides>9</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Calibri</vt:lpstr>
      <vt:lpstr>Alexandria</vt:lpstr>
      <vt:lpstr>Wingdings</vt:lpstr>
      <vt:lpstr>Tw Cen MT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 Siva Ramakrishna</dc:creator>
  <cp:lastModifiedBy>Manoj Reddy Tetala</cp:lastModifiedBy>
  <cp:revision>545</cp:revision>
  <dcterms:created xsi:type="dcterms:W3CDTF">2025-06-30T14:22:30Z</dcterms:created>
  <dcterms:modified xsi:type="dcterms:W3CDTF">2026-10-24T06:24:50Z</dcterms:modified>
</cp:coreProperties>
</file>